
<file path=[Content_Types].xml><?xml version="1.0" encoding="utf-8"?>
<Types xmlns="http://schemas.openxmlformats.org/package/2006/content-types">
  <Default Extension="fntdata" ContentType="application/x-fontdata"/>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ppt/slideMasters/slideMaster1.xml" ContentType="application/vnd.openxmlformats-officedocument.presentationml.slideMaster+xml"/>
  <Override PartName="/ppt/slides/slide1.xml" ContentType="application/vnd.openxmlformats-officedocument.presentationml.slide+xml"/>
  <Override PartName="/ppt/tags/tag1.xml" ContentType="application/vnd.openxmlformats-officedocument.presentationml.tags+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changesInfos/changesInfo1.xml" ContentType="application/vnd.ms-powerpoint.changesinfo+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embedTrueTypeFonts="1">
  <p:sldMasterIdLst>
    <p:sldMasterId id="2147483648" r:id="rId4"/>
  </p:sldMasterIdLst>
  <p:sldIdLst>
    <p:sldId id="256" r:id="rId5"/>
  </p:sldIdLst>
  <p:sldSz cx="32918400" cy="43891200"/>
  <p:notesSz cx="6858000" cy="9144000"/>
  <p:embeddedFontLst>
    <p:embeddedFont>
      <p:font typeface="Amaranth" panose="020B0604020202020204" charset="-94"/>
      <p:regular r:id="rId6"/>
    </p:embeddedFont>
    <p:embeddedFont>
      <p:font typeface="Helvetica" panose="020B0604020202020204" pitchFamily="34" charset="0"/>
      <p:regular r:id="rId7"/>
      <p:bold r:id="rId8"/>
      <p:italic r:id="rId9"/>
      <p:boldItalic r:id="rId10"/>
    </p:embeddedFont>
    <p:embeddedFont>
      <p:font typeface="Montserrat Light" panose="00000400000000000000" pitchFamily="2" charset="-94"/>
      <p:regular r:id="rId11"/>
      <p:italic r:id="rId12"/>
    </p:embeddedFont>
    <p:embeddedFont>
      <p:font typeface="Titillium Web" panose="00000500000000000000" pitchFamily="2" charset="-94"/>
      <p:regular r:id="rId13"/>
      <p:bold r:id="rId14"/>
      <p:italic r:id="rId15"/>
      <p:boldItalic r:id="rId16"/>
    </p:embeddedFont>
  </p:embeddedFontLst>
  <p:custDataLst>
    <p:tags r:id="rId17"/>
  </p:custDataLst>
  <p:defaultTextStyle>
    <a:defPPr>
      <a:defRPr lang="en-US"/>
    </a:defPPr>
    <a:lvl1pPr algn="l" rtl="0" fontAlgn="base">
      <a:spcBef>
        <a:spcPct val="0"/>
      </a:spcBef>
      <a:spcAft>
        <a:spcPct val="0"/>
      </a:spcAft>
      <a:defRPr sz="4500" kern="1200">
        <a:solidFill>
          <a:schemeClr val="tx1"/>
        </a:solidFill>
        <a:latin typeface="Arial"/>
        <a:ea typeface="+mn-ea"/>
        <a:cs typeface="+mn-cs"/>
      </a:defRPr>
    </a:lvl1pPr>
    <a:lvl2pPr marL="457200" algn="l" rtl="0" fontAlgn="base">
      <a:spcBef>
        <a:spcPct val="0"/>
      </a:spcBef>
      <a:spcAft>
        <a:spcPct val="0"/>
      </a:spcAft>
      <a:defRPr sz="4500" kern="1200">
        <a:solidFill>
          <a:schemeClr val="tx1"/>
        </a:solidFill>
        <a:latin typeface="Arial"/>
        <a:ea typeface="+mn-ea"/>
        <a:cs typeface="+mn-cs"/>
      </a:defRPr>
    </a:lvl2pPr>
    <a:lvl3pPr marL="914400" algn="l" rtl="0" fontAlgn="base">
      <a:spcBef>
        <a:spcPct val="0"/>
      </a:spcBef>
      <a:spcAft>
        <a:spcPct val="0"/>
      </a:spcAft>
      <a:defRPr sz="4500" kern="1200">
        <a:solidFill>
          <a:schemeClr val="tx1"/>
        </a:solidFill>
        <a:latin typeface="Arial"/>
        <a:ea typeface="+mn-ea"/>
        <a:cs typeface="+mn-cs"/>
      </a:defRPr>
    </a:lvl3pPr>
    <a:lvl4pPr marL="1371600" algn="l" rtl="0" fontAlgn="base">
      <a:spcBef>
        <a:spcPct val="0"/>
      </a:spcBef>
      <a:spcAft>
        <a:spcPct val="0"/>
      </a:spcAft>
      <a:defRPr sz="4500" kern="1200">
        <a:solidFill>
          <a:schemeClr val="tx1"/>
        </a:solidFill>
        <a:latin typeface="Arial"/>
        <a:ea typeface="+mn-ea"/>
        <a:cs typeface="+mn-cs"/>
      </a:defRPr>
    </a:lvl4pPr>
    <a:lvl5pPr marL="1828800" algn="l" rtl="0" fontAlgn="base">
      <a:spcBef>
        <a:spcPct val="0"/>
      </a:spcBef>
      <a:spcAft>
        <a:spcPct val="0"/>
      </a:spcAft>
      <a:defRPr sz="4500" kern="1200">
        <a:solidFill>
          <a:schemeClr val="tx1"/>
        </a:solidFill>
        <a:latin typeface="Arial"/>
        <a:ea typeface="+mn-ea"/>
        <a:cs typeface="+mn-cs"/>
      </a:defRPr>
    </a:lvl5pPr>
    <a:lvl6pPr marL="2286000" algn="l" defTabSz="914400" rtl="0" eaLnBrk="1" latinLnBrk="0" hangingPunct="1">
      <a:defRPr sz="4500" kern="1200">
        <a:solidFill>
          <a:schemeClr val="tx1"/>
        </a:solidFill>
        <a:latin typeface="Arial"/>
        <a:ea typeface="+mn-ea"/>
        <a:cs typeface="+mn-cs"/>
      </a:defRPr>
    </a:lvl6pPr>
    <a:lvl7pPr marL="2743200" algn="l" defTabSz="914400" rtl="0" eaLnBrk="1" latinLnBrk="0" hangingPunct="1">
      <a:defRPr sz="4500" kern="1200">
        <a:solidFill>
          <a:schemeClr val="tx1"/>
        </a:solidFill>
        <a:latin typeface="Arial"/>
        <a:ea typeface="+mn-ea"/>
        <a:cs typeface="+mn-cs"/>
      </a:defRPr>
    </a:lvl7pPr>
    <a:lvl8pPr marL="3200400" algn="l" defTabSz="914400" rtl="0" eaLnBrk="1" latinLnBrk="0" hangingPunct="1">
      <a:defRPr sz="4500" kern="1200">
        <a:solidFill>
          <a:schemeClr val="tx1"/>
        </a:solidFill>
        <a:latin typeface="Arial"/>
        <a:ea typeface="+mn-ea"/>
        <a:cs typeface="+mn-cs"/>
      </a:defRPr>
    </a:lvl8pPr>
    <a:lvl9pPr marL="3657600" algn="l" defTabSz="914400" rtl="0" eaLnBrk="1" latinLnBrk="0" hangingPunct="1">
      <a:defRPr sz="4500" kern="1200">
        <a:solidFill>
          <a:schemeClr val="tx1"/>
        </a:solidFill>
        <a:latin typeface="Arial"/>
        <a:ea typeface="+mn-ea"/>
        <a:cs typeface="+mn-cs"/>
      </a:defRPr>
    </a:lvl9pPr>
  </p:defaultTextStyle>
  <p:extLst>
    <p:ext uri="{EFAFB233-063F-42B5-8137-9DF3F51BA10A}">
      <p15:sldGuideLst xmlns:p15="http://schemas.microsoft.com/office/powerpoint/2012/main">
        <p15:guide id="1" orient="horz" pos="13824" userDrawn="1">
          <p15:clr>
            <a:srgbClr val="A4A3A4"/>
          </p15:clr>
        </p15:guide>
        <p15:guide id="2" pos="10368" userDrawn="1">
          <p15:clr>
            <a:srgbClr val="A4A3A4"/>
          </p15:clr>
        </p15:guide>
      </p15:sldGuideLst>
    </p:ext>
    <p:ext uri="{2D200454-40CA-4A62-9FC3-DE9A4176ACB9}">
      <p15:notes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F0F0F0"/>
    <a:srgbClr val="2A4A70"/>
    <a:srgbClr val="C2C237"/>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187C15A1-5953-D9C8-0883-E71DCF83D6F5}" v="6" dt="2026-05-11T11:21:18.944"/>
  </p1510:revLst>
</p1510:revInfo>
</file>

<file path=ppt/tableStyles.xml><?xml version="1.0" encoding="utf-8"?>
<a:tblStyleLst xmlns:a="http://schemas.openxmlformats.org/drawingml/2006/main" def="{5C22544A-7EE6-4342-B048-85BDC9FD1C3A}">
  <a:tblStyle styleId="{5C22544A-7EE6-4342-B048-85BDC9FD1C3A}" styleName="Orta Stil 2 - Vurgu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snapVertSplitter="1" vertBarState="minimized" horzBarState="maximized">
    <p:restoredLeft sz="15620"/>
    <p:restoredTop sz="94660"/>
  </p:normalViewPr>
  <p:slideViewPr>
    <p:cSldViewPr>
      <p:cViewPr varScale="1">
        <p:scale>
          <a:sx n="17" d="100"/>
          <a:sy n="17" d="100"/>
        </p:scale>
        <p:origin x="3666" y="84"/>
      </p:cViewPr>
      <p:guideLst>
        <p:guide orient="horz" pos="13824"/>
        <p:guide pos="10368"/>
      </p:guideLst>
    </p:cSldViewPr>
  </p:slideViewPr>
  <p:notesTextViewPr>
    <p:cViewPr>
      <p:scale>
        <a:sx n="100" d="100"/>
        <a:sy n="100" d="100"/>
      </p:scale>
      <p:origin x="0" y="0"/>
    </p:cViewPr>
  </p:notesTextViewPr>
  <p:notesViewPr>
    <p:cSldViewPr>
      <p:cViewPr>
        <p:scale>
          <a:sx n="66" d="100"/>
          <a:sy n="66" d="100"/>
        </p:scale>
        <p:origin x="0" y="0"/>
      </p:cViewPr>
      <p:guideLst/>
    </p:cSldViewPr>
  </p:notes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font" Target="fonts/font3.fntdata"/><Relationship Id="rId13" Type="http://schemas.openxmlformats.org/officeDocument/2006/relationships/font" Target="fonts/font8.fntdata"/><Relationship Id="rId18" Type="http://schemas.openxmlformats.org/officeDocument/2006/relationships/presProps" Target="presProps.xml"/><Relationship Id="rId3" Type="http://schemas.openxmlformats.org/officeDocument/2006/relationships/customXml" Target="../customXml/item3.xml"/><Relationship Id="rId21" Type="http://schemas.openxmlformats.org/officeDocument/2006/relationships/tableStyles" Target="tableStyles.xml"/><Relationship Id="rId7" Type="http://schemas.openxmlformats.org/officeDocument/2006/relationships/font" Target="fonts/font2.fntdata"/><Relationship Id="rId12" Type="http://schemas.openxmlformats.org/officeDocument/2006/relationships/font" Target="fonts/font7.fntdata"/><Relationship Id="rId17" Type="http://schemas.openxmlformats.org/officeDocument/2006/relationships/tags" Target="tags/tag1.xml"/><Relationship Id="rId2" Type="http://schemas.openxmlformats.org/officeDocument/2006/relationships/customXml" Target="../customXml/item2.xml"/><Relationship Id="rId16" Type="http://schemas.openxmlformats.org/officeDocument/2006/relationships/font" Target="fonts/font11.fntdata"/><Relationship Id="rId20" Type="http://schemas.openxmlformats.org/officeDocument/2006/relationships/theme" Target="theme/theme1.xml"/><Relationship Id="rId1" Type="http://schemas.openxmlformats.org/officeDocument/2006/relationships/customXml" Target="../customXml/item1.xml"/><Relationship Id="rId6" Type="http://schemas.openxmlformats.org/officeDocument/2006/relationships/font" Target="fonts/font1.fntdata"/><Relationship Id="rId11" Type="http://schemas.openxmlformats.org/officeDocument/2006/relationships/font" Target="fonts/font6.fntdata"/><Relationship Id="rId5" Type="http://schemas.openxmlformats.org/officeDocument/2006/relationships/slide" Target="slides/slide1.xml"/><Relationship Id="rId15" Type="http://schemas.openxmlformats.org/officeDocument/2006/relationships/font" Target="fonts/font10.fntdata"/><Relationship Id="rId23" Type="http://schemas.microsoft.com/office/2015/10/relationships/revisionInfo" Target="revisionInfo.xml"/><Relationship Id="rId10" Type="http://schemas.openxmlformats.org/officeDocument/2006/relationships/font" Target="fonts/font5.fntdata"/><Relationship Id="rId19" Type="http://schemas.openxmlformats.org/officeDocument/2006/relationships/viewProps" Target="viewProps.xml"/><Relationship Id="rId4" Type="http://schemas.openxmlformats.org/officeDocument/2006/relationships/slideMaster" Target="slideMasters/slideMaster1.xml"/><Relationship Id="rId9" Type="http://schemas.openxmlformats.org/officeDocument/2006/relationships/font" Target="fonts/font4.fntdata"/><Relationship Id="rId14" Type="http://schemas.openxmlformats.org/officeDocument/2006/relationships/font" Target="fonts/font9.fntdata"/><Relationship Id="rId22" Type="http://schemas.microsoft.com/office/2016/11/relationships/changesInfo" Target="changesInfos/changesInfo1.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ALİ UMUT KOÇOĞLU" userId="S::s210444067@stu.thk.edu.tr::ef22cdd6-4c66-418b-ada2-0a9a7d590f5f" providerId="AD" clId="Web-{187C15A1-5953-D9C8-0883-E71DCF83D6F5}"/>
    <pc:docChg chg="modSld">
      <pc:chgData name="ALİ UMUT KOÇOĞLU" userId="S::s210444067@stu.thk.edu.tr::ef22cdd6-4c66-418b-ada2-0a9a7d590f5f" providerId="AD" clId="Web-{187C15A1-5953-D9C8-0883-E71DCF83D6F5}" dt="2026-05-11T11:21:18.944" v="2" actId="20577"/>
      <pc:docMkLst>
        <pc:docMk/>
      </pc:docMkLst>
      <pc:sldChg chg="modSp">
        <pc:chgData name="ALİ UMUT KOÇOĞLU" userId="S::s210444067@stu.thk.edu.tr::ef22cdd6-4c66-418b-ada2-0a9a7d590f5f" providerId="AD" clId="Web-{187C15A1-5953-D9C8-0883-E71DCF83D6F5}" dt="2026-05-11T11:21:18.944" v="2" actId="20577"/>
        <pc:sldMkLst>
          <pc:docMk/>
          <pc:sldMk cId="0" sldId="256"/>
        </pc:sldMkLst>
        <pc:spChg chg="mod">
          <ac:chgData name="ALİ UMUT KOÇOĞLU" userId="S::s210444067@stu.thk.edu.tr::ef22cdd6-4c66-418b-ada2-0a9a7d590f5f" providerId="AD" clId="Web-{187C15A1-5953-D9C8-0883-E71DCF83D6F5}" dt="2026-05-11T11:21:18.944" v="2" actId="20577"/>
          <ac:spMkLst>
            <pc:docMk/>
            <pc:sldMk cId="0" sldId="256"/>
            <ac:spMk id="19" creationId="{B259D497-80B4-4EAC-8538-8496595AAFC2}"/>
          </ac:spMkLst>
        </pc:spChg>
      </pc:sldChg>
    </pc:docChg>
  </pc:docChgLst>
</pc:chgInfo>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2469356" y="13635568"/>
            <a:ext cx="27979688" cy="9406467"/>
          </a:xfrm>
        </p:spPr>
        <p:txBody>
          <a:bodyPr/>
          <a:lstStyle>
            <a:defPPr>
              <a:defRPr kern="1200"/>
            </a:defPPr>
          </a:lstStyle>
          <a:p>
            <a:r>
              <a:rPr lang="en-US"/>
              <a:t>Click to edit Master title style</a:t>
            </a:r>
          </a:p>
        </p:txBody>
      </p:sp>
      <p:sp>
        <p:nvSpPr>
          <p:cNvPr id="3" name="Subtitle 2"/>
          <p:cNvSpPr>
            <a:spLocks noGrp="1"/>
          </p:cNvSpPr>
          <p:nvPr>
            <p:ph type="subTitle" idx="1"/>
          </p:nvPr>
        </p:nvSpPr>
        <p:spPr>
          <a:xfrm>
            <a:off x="4937523" y="24870834"/>
            <a:ext cx="23043356" cy="11218333"/>
          </a:xfrm>
        </p:spPr>
        <p:txBody>
          <a:bodyPr/>
          <a:lstStyle>
            <a:defPPr>
              <a:defRPr kern="1200"/>
            </a:defPPr>
            <a:lvl1pPr marL="0" indent="0" algn="ctr">
              <a:buNone/>
              <a:defRPr/>
            </a:lvl1pPr>
            <a:lvl2pPr marL="342900" indent="0" algn="ctr">
              <a:buNone/>
              <a:defRPr/>
            </a:lvl2pPr>
            <a:lvl3pPr marL="685800" indent="0" algn="ctr">
              <a:buNone/>
              <a:defRPr/>
            </a:lvl3pPr>
            <a:lvl4pPr marL="1028700" indent="0" algn="ctr">
              <a:buNone/>
              <a:defRPr/>
            </a:lvl4pPr>
            <a:lvl5pPr marL="1371600" indent="0" algn="ctr">
              <a:buNone/>
              <a:defRPr/>
            </a:lvl5pPr>
            <a:lvl6pPr marL="1714500" indent="0" algn="ctr">
              <a:buNone/>
              <a:defRPr/>
            </a:lvl6pPr>
            <a:lvl7pPr marL="2057400" indent="0" algn="ctr">
              <a:buNone/>
              <a:defRPr/>
            </a:lvl7pPr>
            <a:lvl8pPr marL="2400300" indent="0" algn="ctr">
              <a:buNone/>
              <a:defRPr/>
            </a:lvl8pPr>
            <a:lvl9pPr marL="2743200" indent="0" algn="ctr">
              <a:buNone/>
              <a:defRPr/>
            </a:lvl9pPr>
          </a:lstStyle>
          <a:p>
            <a:r>
              <a:rPr lang="en-US"/>
              <a:t>Click to edit Master subtitle style</a:t>
            </a:r>
          </a:p>
        </p:txBody>
      </p:sp>
      <p:sp>
        <p:nvSpPr>
          <p:cNvPr id="4" name="Rectangle 4"/>
          <p:cNvSpPr>
            <a:spLocks noGrp="1" noChangeArrowheads="1"/>
          </p:cNvSpPr>
          <p:nvPr>
            <p:ph type="dt" sz="half" idx="10"/>
          </p:nvPr>
        </p:nvSpPr>
        <p:spPr/>
        <p:txBody>
          <a:bodyPr/>
          <a:lstStyle>
            <a:defPPr>
              <a:defRPr kern="1200"/>
            </a:defPPr>
            <a:lvl1pPr>
              <a:defRPr/>
            </a:lvl1pPr>
          </a:lstStyle>
          <a:p>
            <a:pPr>
              <a:defRPr/>
            </a:pPr>
            <a:endParaRPr lang="en-US"/>
          </a:p>
        </p:txBody>
      </p:sp>
      <p:sp>
        <p:nvSpPr>
          <p:cNvPr id="5" name="Rectangle 5"/>
          <p:cNvSpPr>
            <a:spLocks noGrp="1" noChangeArrowheads="1"/>
          </p:cNvSpPr>
          <p:nvPr>
            <p:ph type="ftr" sz="quarter" idx="11"/>
          </p:nvPr>
        </p:nvSpPr>
        <p:spPr/>
        <p:txBody>
          <a:bodyPr/>
          <a:lstStyle>
            <a:defPPr>
              <a:defRPr kern="1200"/>
            </a:defPPr>
            <a:lvl1pPr>
              <a:defRPr/>
            </a:lvl1pPr>
          </a:lstStyle>
          <a:p>
            <a:pPr>
              <a:defRPr/>
            </a:pPr>
            <a:endParaRPr lang="en-US"/>
          </a:p>
        </p:txBody>
      </p:sp>
      <p:sp>
        <p:nvSpPr>
          <p:cNvPr id="6" name="Rectangle 6"/>
          <p:cNvSpPr>
            <a:spLocks noGrp="1" noChangeArrowheads="1"/>
          </p:cNvSpPr>
          <p:nvPr>
            <p:ph type="sldNum" sz="quarter" idx="12"/>
          </p:nvPr>
        </p:nvSpPr>
        <p:spPr/>
        <p:txBody>
          <a:bodyPr/>
          <a:lstStyle>
            <a:defPPr>
              <a:defRPr kern="1200"/>
            </a:defPPr>
            <a:lvl1pPr>
              <a:defRPr/>
            </a:lvl1pPr>
          </a:lstStyle>
          <a:p>
            <a:pPr>
              <a:defRPr/>
            </a:pPr>
            <a:fld id="{9781D505-ABFC-493F-8858-9F27839AE9BB}" type="slidenum">
              <a:rPr lang="en-US"/>
              <a:pPr>
                <a:defRPr/>
              </a:pPr>
              <a:t>‹#›</a:t>
            </a:fld>
            <a:endParaRPr lang="en-US"/>
          </a:p>
        </p:txBody>
      </p:sp>
    </p:spTree>
    <p:extLst>
      <p:ext uri="{BB962C8B-B14F-4D97-AF65-F5344CB8AC3E}">
        <p14:creationId xmlns:p14="http://schemas.microsoft.com/office/powerpoint/2010/main" val="382912307"/>
      </p:ext>
    </p:extLst>
  </p:cSld>
  <p:clrMapOvr>
    <a:masterClrMapping/>
  </p:clrMapOvr>
  <p:transition/>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defPPr>
              <a:defRPr kern="1200"/>
            </a:defPPr>
          </a:lstStyle>
          <a:p>
            <a:r>
              <a:rPr lang="en-US"/>
              <a:t>Click to edit Master title style</a:t>
            </a:r>
          </a:p>
        </p:txBody>
      </p:sp>
      <p:sp>
        <p:nvSpPr>
          <p:cNvPr id="3" name="Content Placeholder 2"/>
          <p:cNvSpPr>
            <a:spLocks noGrp="1"/>
          </p:cNvSpPr>
          <p:nvPr>
            <p:ph idx="1"/>
          </p:nvPr>
        </p:nvSpPr>
        <p:spPr/>
        <p:txBody>
          <a:bodyPr/>
          <a:lstStyle>
            <a:defPPr>
              <a:defRPr kern="1200"/>
            </a:def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Rectangle 4"/>
          <p:cNvSpPr>
            <a:spLocks noGrp="1" noChangeArrowheads="1"/>
          </p:cNvSpPr>
          <p:nvPr>
            <p:ph type="dt" sz="half" idx="10"/>
          </p:nvPr>
        </p:nvSpPr>
        <p:spPr/>
        <p:txBody>
          <a:bodyPr/>
          <a:lstStyle>
            <a:defPPr>
              <a:defRPr kern="1200"/>
            </a:defPPr>
            <a:lvl1pPr>
              <a:defRPr/>
            </a:lvl1pPr>
          </a:lstStyle>
          <a:p>
            <a:pPr>
              <a:defRPr/>
            </a:pPr>
            <a:endParaRPr lang="en-US"/>
          </a:p>
        </p:txBody>
      </p:sp>
      <p:sp>
        <p:nvSpPr>
          <p:cNvPr id="5" name="Rectangle 5"/>
          <p:cNvSpPr>
            <a:spLocks noGrp="1" noChangeArrowheads="1"/>
          </p:cNvSpPr>
          <p:nvPr>
            <p:ph type="ftr" sz="quarter" idx="11"/>
          </p:nvPr>
        </p:nvSpPr>
        <p:spPr/>
        <p:txBody>
          <a:bodyPr/>
          <a:lstStyle>
            <a:defPPr>
              <a:defRPr kern="1200"/>
            </a:defPPr>
            <a:lvl1pPr>
              <a:defRPr/>
            </a:lvl1pPr>
          </a:lstStyle>
          <a:p>
            <a:pPr>
              <a:defRPr/>
            </a:pPr>
            <a:endParaRPr lang="en-US"/>
          </a:p>
        </p:txBody>
      </p:sp>
      <p:sp>
        <p:nvSpPr>
          <p:cNvPr id="6" name="Rectangle 6"/>
          <p:cNvSpPr>
            <a:spLocks noGrp="1" noChangeArrowheads="1"/>
          </p:cNvSpPr>
          <p:nvPr>
            <p:ph type="sldNum" sz="quarter" idx="12"/>
          </p:nvPr>
        </p:nvSpPr>
        <p:spPr/>
        <p:txBody>
          <a:bodyPr/>
          <a:lstStyle>
            <a:defPPr>
              <a:defRPr kern="1200"/>
            </a:defPPr>
            <a:lvl1pPr>
              <a:defRPr/>
            </a:lvl1pPr>
          </a:lstStyle>
          <a:p>
            <a:pPr>
              <a:defRPr/>
            </a:pPr>
            <a:fld id="{ACFDBA80-68C6-4586-92A4-5A3F769223A5}" type="slidenum">
              <a:rPr lang="en-US"/>
              <a:pPr>
                <a:defRPr/>
              </a:pPr>
              <a:t>‹#›</a:t>
            </a:fld>
            <a:endParaRPr lang="en-US"/>
          </a:p>
        </p:txBody>
      </p:sp>
    </p:spTree>
    <p:extLst>
      <p:ext uri="{BB962C8B-B14F-4D97-AF65-F5344CB8AC3E}">
        <p14:creationId xmlns:p14="http://schemas.microsoft.com/office/powerpoint/2010/main" val="604610680"/>
      </p:ext>
    </p:extLst>
  </p:cSld>
  <p:clrMapOvr>
    <a:masterClrMapping/>
  </p:clrMapOvr>
  <p:transition/>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2600325" y="28204585"/>
            <a:ext cx="27980878" cy="8716433"/>
          </a:xfrm>
        </p:spPr>
        <p:txBody>
          <a:bodyPr anchor="t"/>
          <a:lstStyle>
            <a:defPPr>
              <a:defRPr kern="1200"/>
            </a:defPPr>
            <a:lvl1pPr algn="l">
              <a:defRPr sz="3000" b="1" cap="all"/>
            </a:lvl1pPr>
          </a:lstStyle>
          <a:p>
            <a:r>
              <a:rPr lang="en-US"/>
              <a:t>Click to edit Master title style</a:t>
            </a:r>
          </a:p>
        </p:txBody>
      </p:sp>
      <p:sp>
        <p:nvSpPr>
          <p:cNvPr id="3" name="Text Placeholder 2"/>
          <p:cNvSpPr>
            <a:spLocks noGrp="1"/>
          </p:cNvSpPr>
          <p:nvPr>
            <p:ph type="body" idx="1"/>
          </p:nvPr>
        </p:nvSpPr>
        <p:spPr>
          <a:xfrm>
            <a:off x="2600325" y="18603384"/>
            <a:ext cx="27980878" cy="9601200"/>
          </a:xfrm>
        </p:spPr>
        <p:txBody>
          <a:bodyPr anchor="b"/>
          <a:lstStyle>
            <a:defPPr>
              <a:defRPr kern="1200"/>
            </a:defPPr>
            <a:lvl1pPr marL="0" indent="0">
              <a:buNone/>
              <a:defRPr sz="1500"/>
            </a:lvl1pPr>
            <a:lvl2pPr marL="342900" indent="0">
              <a:buNone/>
              <a:defRPr sz="1350"/>
            </a:lvl2pPr>
            <a:lvl3pPr marL="685800" indent="0">
              <a:buNone/>
              <a:defRPr sz="1200"/>
            </a:lvl3pPr>
            <a:lvl4pPr marL="1028700" indent="0">
              <a:buNone/>
              <a:defRPr sz="1050"/>
            </a:lvl4pPr>
            <a:lvl5pPr marL="1371600" indent="0">
              <a:buNone/>
              <a:defRPr sz="1050"/>
            </a:lvl5pPr>
            <a:lvl6pPr marL="1714500" indent="0">
              <a:buNone/>
              <a:defRPr sz="1050"/>
            </a:lvl6pPr>
            <a:lvl7pPr marL="2057400" indent="0">
              <a:buNone/>
              <a:defRPr sz="1050"/>
            </a:lvl7pPr>
            <a:lvl8pPr marL="2400300" indent="0">
              <a:buNone/>
              <a:defRPr sz="1050"/>
            </a:lvl8pPr>
            <a:lvl9pPr marL="2743200" indent="0">
              <a:buNone/>
              <a:defRPr sz="1050"/>
            </a:lvl9pPr>
          </a:lstStyle>
          <a:p>
            <a:pPr lvl="0"/>
            <a:r>
              <a:rPr lang="en-US"/>
              <a:t>Click to edit Master text styles</a:t>
            </a:r>
          </a:p>
        </p:txBody>
      </p:sp>
      <p:sp>
        <p:nvSpPr>
          <p:cNvPr id="4" name="Rectangle 4"/>
          <p:cNvSpPr>
            <a:spLocks noGrp="1" noChangeArrowheads="1"/>
          </p:cNvSpPr>
          <p:nvPr>
            <p:ph type="dt" sz="half" idx="10"/>
          </p:nvPr>
        </p:nvSpPr>
        <p:spPr/>
        <p:txBody>
          <a:bodyPr/>
          <a:lstStyle>
            <a:defPPr>
              <a:defRPr kern="1200"/>
            </a:defPPr>
            <a:lvl1pPr>
              <a:defRPr/>
            </a:lvl1pPr>
          </a:lstStyle>
          <a:p>
            <a:pPr>
              <a:defRPr/>
            </a:pPr>
            <a:endParaRPr lang="en-US"/>
          </a:p>
        </p:txBody>
      </p:sp>
      <p:sp>
        <p:nvSpPr>
          <p:cNvPr id="5" name="Rectangle 5"/>
          <p:cNvSpPr>
            <a:spLocks noGrp="1" noChangeArrowheads="1"/>
          </p:cNvSpPr>
          <p:nvPr>
            <p:ph type="ftr" sz="quarter" idx="11"/>
          </p:nvPr>
        </p:nvSpPr>
        <p:spPr/>
        <p:txBody>
          <a:bodyPr/>
          <a:lstStyle>
            <a:defPPr>
              <a:defRPr kern="1200"/>
            </a:defPPr>
            <a:lvl1pPr>
              <a:defRPr/>
            </a:lvl1pPr>
          </a:lstStyle>
          <a:p>
            <a:pPr>
              <a:defRPr/>
            </a:pPr>
            <a:endParaRPr lang="en-US"/>
          </a:p>
        </p:txBody>
      </p:sp>
      <p:sp>
        <p:nvSpPr>
          <p:cNvPr id="6" name="Rectangle 6"/>
          <p:cNvSpPr>
            <a:spLocks noGrp="1" noChangeArrowheads="1"/>
          </p:cNvSpPr>
          <p:nvPr>
            <p:ph type="sldNum" sz="quarter" idx="12"/>
          </p:nvPr>
        </p:nvSpPr>
        <p:spPr/>
        <p:txBody>
          <a:bodyPr/>
          <a:lstStyle>
            <a:defPPr>
              <a:defRPr kern="1200"/>
            </a:defPPr>
            <a:lvl1pPr>
              <a:defRPr/>
            </a:lvl1pPr>
          </a:lstStyle>
          <a:p>
            <a:pPr>
              <a:defRPr/>
            </a:pPr>
            <a:fld id="{317CCD47-6DB2-4B8A-910F-EAB6C458696E}" type="slidenum">
              <a:rPr lang="en-US"/>
              <a:pPr>
                <a:defRPr/>
              </a:pPr>
              <a:t>‹#›</a:t>
            </a:fld>
            <a:endParaRPr lang="en-US"/>
          </a:p>
        </p:txBody>
      </p:sp>
    </p:spTree>
    <p:extLst>
      <p:ext uri="{BB962C8B-B14F-4D97-AF65-F5344CB8AC3E}">
        <p14:creationId xmlns:p14="http://schemas.microsoft.com/office/powerpoint/2010/main" val="1347516054"/>
      </p:ext>
    </p:extLst>
  </p:cSld>
  <p:clrMapOvr>
    <a:masterClrMapping/>
  </p:clrMapOvr>
  <p:transition/>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defPPr>
              <a:defRPr kern="1200"/>
            </a:defPPr>
          </a:lstStyle>
          <a:p>
            <a:r>
              <a:rPr lang="en-US"/>
              <a:t>Click to edit Master title style</a:t>
            </a:r>
          </a:p>
        </p:txBody>
      </p:sp>
      <p:sp>
        <p:nvSpPr>
          <p:cNvPr id="3" name="Content Placeholder 2"/>
          <p:cNvSpPr>
            <a:spLocks noGrp="1"/>
          </p:cNvSpPr>
          <p:nvPr>
            <p:ph sz="half" idx="1"/>
          </p:nvPr>
        </p:nvSpPr>
        <p:spPr>
          <a:xfrm>
            <a:off x="1645444" y="10240434"/>
            <a:ext cx="14756606" cy="28968700"/>
          </a:xfrm>
        </p:spPr>
        <p:txBody>
          <a:bodyPr/>
          <a:lstStyle>
            <a:defPPr>
              <a:defRPr kern="1200"/>
            </a:defPPr>
            <a:lvl1pPr>
              <a:defRPr sz="2100"/>
            </a:lvl1pPr>
            <a:lvl2pPr>
              <a:defRPr sz="1800"/>
            </a:lvl2pPr>
            <a:lvl3pPr>
              <a:defRPr sz="1500"/>
            </a:lvl3pPr>
            <a:lvl4pPr>
              <a:defRPr sz="1350"/>
            </a:lvl4pPr>
            <a:lvl5pPr>
              <a:defRPr sz="1350"/>
            </a:lvl5pPr>
            <a:lvl6pPr>
              <a:defRPr sz="1350"/>
            </a:lvl6pPr>
            <a:lvl7pPr>
              <a:defRPr sz="1350"/>
            </a:lvl7pPr>
            <a:lvl8pPr>
              <a:defRPr sz="1350"/>
            </a:lvl8pPr>
            <a:lvl9pPr>
              <a:defRPr sz="135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16516352" y="10240434"/>
            <a:ext cx="14756606" cy="28968700"/>
          </a:xfrm>
        </p:spPr>
        <p:txBody>
          <a:bodyPr/>
          <a:lstStyle>
            <a:defPPr>
              <a:defRPr kern="1200"/>
            </a:defPPr>
            <a:lvl1pPr>
              <a:defRPr sz="2100"/>
            </a:lvl1pPr>
            <a:lvl2pPr>
              <a:defRPr sz="1800"/>
            </a:lvl2pPr>
            <a:lvl3pPr>
              <a:defRPr sz="1500"/>
            </a:lvl3pPr>
            <a:lvl4pPr>
              <a:defRPr sz="1350"/>
            </a:lvl4pPr>
            <a:lvl5pPr>
              <a:defRPr sz="1350"/>
            </a:lvl5pPr>
            <a:lvl6pPr>
              <a:defRPr sz="1350"/>
            </a:lvl6pPr>
            <a:lvl7pPr>
              <a:defRPr sz="1350"/>
            </a:lvl7pPr>
            <a:lvl8pPr>
              <a:defRPr sz="1350"/>
            </a:lvl8pPr>
            <a:lvl9pPr>
              <a:defRPr sz="135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Rectangle 4"/>
          <p:cNvSpPr>
            <a:spLocks noGrp="1" noChangeArrowheads="1"/>
          </p:cNvSpPr>
          <p:nvPr>
            <p:ph type="dt" sz="half" idx="10"/>
          </p:nvPr>
        </p:nvSpPr>
        <p:spPr/>
        <p:txBody>
          <a:bodyPr/>
          <a:lstStyle>
            <a:defPPr>
              <a:defRPr kern="1200"/>
            </a:defPPr>
            <a:lvl1pPr>
              <a:defRPr/>
            </a:lvl1pPr>
          </a:lstStyle>
          <a:p>
            <a:pPr>
              <a:defRPr/>
            </a:pPr>
            <a:endParaRPr lang="en-US"/>
          </a:p>
        </p:txBody>
      </p:sp>
      <p:sp>
        <p:nvSpPr>
          <p:cNvPr id="6" name="Rectangle 5"/>
          <p:cNvSpPr>
            <a:spLocks noGrp="1" noChangeArrowheads="1"/>
          </p:cNvSpPr>
          <p:nvPr>
            <p:ph type="ftr" sz="quarter" idx="11"/>
          </p:nvPr>
        </p:nvSpPr>
        <p:spPr/>
        <p:txBody>
          <a:bodyPr/>
          <a:lstStyle>
            <a:defPPr>
              <a:defRPr kern="1200"/>
            </a:defPPr>
            <a:lvl1pPr>
              <a:defRPr/>
            </a:lvl1pPr>
          </a:lstStyle>
          <a:p>
            <a:pPr>
              <a:defRPr/>
            </a:pPr>
            <a:endParaRPr lang="en-US"/>
          </a:p>
        </p:txBody>
      </p:sp>
      <p:sp>
        <p:nvSpPr>
          <p:cNvPr id="7" name="Rectangle 6"/>
          <p:cNvSpPr>
            <a:spLocks noGrp="1" noChangeArrowheads="1"/>
          </p:cNvSpPr>
          <p:nvPr>
            <p:ph type="sldNum" sz="quarter" idx="12"/>
          </p:nvPr>
        </p:nvSpPr>
        <p:spPr/>
        <p:txBody>
          <a:bodyPr/>
          <a:lstStyle>
            <a:defPPr>
              <a:defRPr kern="1200"/>
            </a:defPPr>
            <a:lvl1pPr>
              <a:defRPr/>
            </a:lvl1pPr>
          </a:lstStyle>
          <a:p>
            <a:pPr>
              <a:defRPr/>
            </a:pPr>
            <a:fld id="{E7618C69-F50A-4456-BD00-30C7E9780917}" type="slidenum">
              <a:rPr lang="en-US"/>
              <a:pPr>
                <a:defRPr/>
              </a:pPr>
              <a:t>‹#›</a:t>
            </a:fld>
            <a:endParaRPr lang="en-US"/>
          </a:p>
        </p:txBody>
      </p:sp>
    </p:spTree>
    <p:extLst>
      <p:ext uri="{BB962C8B-B14F-4D97-AF65-F5344CB8AC3E}">
        <p14:creationId xmlns:p14="http://schemas.microsoft.com/office/powerpoint/2010/main" val="3979890595"/>
      </p:ext>
    </p:extLst>
  </p:cSld>
  <p:clrMapOvr>
    <a:masterClrMapping/>
  </p:clrMapOvr>
  <p:transition/>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defPPr>
              <a:defRPr kern="1200"/>
            </a:defPPr>
            <a:lvl1pPr>
              <a:defRPr/>
            </a:lvl1pPr>
          </a:lstStyle>
          <a:p>
            <a:r>
              <a:rPr lang="en-US"/>
              <a:t>Click to edit Master title style</a:t>
            </a:r>
          </a:p>
        </p:txBody>
      </p:sp>
      <p:sp>
        <p:nvSpPr>
          <p:cNvPr id="3" name="Text Placeholder 2"/>
          <p:cNvSpPr>
            <a:spLocks noGrp="1"/>
          </p:cNvSpPr>
          <p:nvPr>
            <p:ph type="body" idx="1"/>
          </p:nvPr>
        </p:nvSpPr>
        <p:spPr>
          <a:xfrm>
            <a:off x="1645444" y="9825568"/>
            <a:ext cx="14544675" cy="4093633"/>
          </a:xfrm>
        </p:spPr>
        <p:txBody>
          <a:bodyPr anchor="b"/>
          <a:lstStyle>
            <a:defPPr>
              <a:defRPr kern="1200"/>
            </a:defPPr>
            <a:lvl1pPr marL="0" indent="0">
              <a:buNone/>
              <a:defRPr sz="1800" b="1"/>
            </a:lvl1pPr>
            <a:lvl2pPr marL="342900" indent="0">
              <a:buNone/>
              <a:defRPr sz="1500" b="1"/>
            </a:lvl2pPr>
            <a:lvl3pPr marL="685800" indent="0">
              <a:buNone/>
              <a:defRPr sz="1350" b="1"/>
            </a:lvl3pPr>
            <a:lvl4pPr marL="1028700" indent="0">
              <a:buNone/>
              <a:defRPr sz="1200" b="1"/>
            </a:lvl4pPr>
            <a:lvl5pPr marL="1371600" indent="0">
              <a:buNone/>
              <a:defRPr sz="1200" b="1"/>
            </a:lvl5pPr>
            <a:lvl6pPr marL="1714500" indent="0">
              <a:buNone/>
              <a:defRPr sz="1200" b="1"/>
            </a:lvl6pPr>
            <a:lvl7pPr marL="2057400" indent="0">
              <a:buNone/>
              <a:defRPr sz="1200" b="1"/>
            </a:lvl7pPr>
            <a:lvl8pPr marL="2400300" indent="0">
              <a:buNone/>
              <a:defRPr sz="1200" b="1"/>
            </a:lvl8pPr>
            <a:lvl9pPr marL="2743200" indent="0">
              <a:buNone/>
              <a:defRPr sz="1200" b="1"/>
            </a:lvl9pPr>
          </a:lstStyle>
          <a:p>
            <a:pPr lvl="0"/>
            <a:r>
              <a:rPr lang="en-US"/>
              <a:t>Click to edit Master text styles</a:t>
            </a:r>
          </a:p>
        </p:txBody>
      </p:sp>
      <p:sp>
        <p:nvSpPr>
          <p:cNvPr id="4" name="Content Placeholder 3"/>
          <p:cNvSpPr>
            <a:spLocks noGrp="1"/>
          </p:cNvSpPr>
          <p:nvPr>
            <p:ph sz="half" idx="2"/>
          </p:nvPr>
        </p:nvSpPr>
        <p:spPr>
          <a:xfrm>
            <a:off x="1645444" y="13919200"/>
            <a:ext cx="14544675" cy="25287816"/>
          </a:xfrm>
        </p:spPr>
        <p:txBody>
          <a:bodyPr/>
          <a:lstStyle>
            <a:defPPr>
              <a:defRPr kern="1200"/>
            </a:defPPr>
            <a:lvl1pPr>
              <a:defRPr sz="1800"/>
            </a:lvl1pPr>
            <a:lvl2pPr>
              <a:defRPr sz="1500"/>
            </a:lvl2pPr>
            <a:lvl3pPr>
              <a:defRPr sz="1350"/>
            </a:lvl3pPr>
            <a:lvl4pPr>
              <a:defRPr sz="1200"/>
            </a:lvl4pPr>
            <a:lvl5pPr>
              <a:defRPr sz="1200"/>
            </a:lvl5pPr>
            <a:lvl6pPr>
              <a:defRPr sz="1200"/>
            </a:lvl6pPr>
            <a:lvl7pPr>
              <a:defRPr sz="1200"/>
            </a:lvl7pPr>
            <a:lvl8pPr>
              <a:defRPr sz="1200"/>
            </a:lvl8pPr>
            <a:lvl9pPr>
              <a:defRPr sz="12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16722328" y="9825568"/>
            <a:ext cx="14550630" cy="4093633"/>
          </a:xfrm>
        </p:spPr>
        <p:txBody>
          <a:bodyPr anchor="b"/>
          <a:lstStyle>
            <a:defPPr>
              <a:defRPr kern="1200"/>
            </a:defPPr>
            <a:lvl1pPr marL="0" indent="0">
              <a:buNone/>
              <a:defRPr sz="1800" b="1"/>
            </a:lvl1pPr>
            <a:lvl2pPr marL="342900" indent="0">
              <a:buNone/>
              <a:defRPr sz="1500" b="1"/>
            </a:lvl2pPr>
            <a:lvl3pPr marL="685800" indent="0">
              <a:buNone/>
              <a:defRPr sz="1350" b="1"/>
            </a:lvl3pPr>
            <a:lvl4pPr marL="1028700" indent="0">
              <a:buNone/>
              <a:defRPr sz="1200" b="1"/>
            </a:lvl4pPr>
            <a:lvl5pPr marL="1371600" indent="0">
              <a:buNone/>
              <a:defRPr sz="1200" b="1"/>
            </a:lvl5pPr>
            <a:lvl6pPr marL="1714500" indent="0">
              <a:buNone/>
              <a:defRPr sz="1200" b="1"/>
            </a:lvl6pPr>
            <a:lvl7pPr marL="2057400" indent="0">
              <a:buNone/>
              <a:defRPr sz="1200" b="1"/>
            </a:lvl7pPr>
            <a:lvl8pPr marL="2400300" indent="0">
              <a:buNone/>
              <a:defRPr sz="1200" b="1"/>
            </a:lvl8pPr>
            <a:lvl9pPr marL="2743200" indent="0">
              <a:buNone/>
              <a:defRPr sz="1200" b="1"/>
            </a:lvl9pPr>
          </a:lstStyle>
          <a:p>
            <a:pPr lvl="0"/>
            <a:r>
              <a:rPr lang="en-US"/>
              <a:t>Click to edit Master text styles</a:t>
            </a:r>
          </a:p>
        </p:txBody>
      </p:sp>
      <p:sp>
        <p:nvSpPr>
          <p:cNvPr id="6" name="Content Placeholder 5"/>
          <p:cNvSpPr>
            <a:spLocks noGrp="1"/>
          </p:cNvSpPr>
          <p:nvPr>
            <p:ph sz="quarter" idx="4"/>
          </p:nvPr>
        </p:nvSpPr>
        <p:spPr>
          <a:xfrm>
            <a:off x="16722328" y="13919200"/>
            <a:ext cx="14550630" cy="25287816"/>
          </a:xfrm>
        </p:spPr>
        <p:txBody>
          <a:bodyPr/>
          <a:lstStyle>
            <a:defPPr>
              <a:defRPr kern="1200"/>
            </a:defPPr>
            <a:lvl1pPr>
              <a:defRPr sz="1800"/>
            </a:lvl1pPr>
            <a:lvl2pPr>
              <a:defRPr sz="1500"/>
            </a:lvl2pPr>
            <a:lvl3pPr>
              <a:defRPr sz="1350"/>
            </a:lvl3pPr>
            <a:lvl4pPr>
              <a:defRPr sz="1200"/>
            </a:lvl4pPr>
            <a:lvl5pPr>
              <a:defRPr sz="1200"/>
            </a:lvl5pPr>
            <a:lvl6pPr>
              <a:defRPr sz="1200"/>
            </a:lvl6pPr>
            <a:lvl7pPr>
              <a:defRPr sz="1200"/>
            </a:lvl7pPr>
            <a:lvl8pPr>
              <a:defRPr sz="1200"/>
            </a:lvl8pPr>
            <a:lvl9pPr>
              <a:defRPr sz="12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Rectangle 4"/>
          <p:cNvSpPr>
            <a:spLocks noGrp="1" noChangeArrowheads="1"/>
          </p:cNvSpPr>
          <p:nvPr>
            <p:ph type="dt" sz="half" idx="10"/>
          </p:nvPr>
        </p:nvSpPr>
        <p:spPr/>
        <p:txBody>
          <a:bodyPr/>
          <a:lstStyle>
            <a:defPPr>
              <a:defRPr kern="1200"/>
            </a:defPPr>
            <a:lvl1pPr>
              <a:defRPr/>
            </a:lvl1pPr>
          </a:lstStyle>
          <a:p>
            <a:pPr>
              <a:defRPr/>
            </a:pPr>
            <a:endParaRPr lang="en-US"/>
          </a:p>
        </p:txBody>
      </p:sp>
      <p:sp>
        <p:nvSpPr>
          <p:cNvPr id="8" name="Rectangle 5"/>
          <p:cNvSpPr>
            <a:spLocks noGrp="1" noChangeArrowheads="1"/>
          </p:cNvSpPr>
          <p:nvPr>
            <p:ph type="ftr" sz="quarter" idx="11"/>
          </p:nvPr>
        </p:nvSpPr>
        <p:spPr/>
        <p:txBody>
          <a:bodyPr/>
          <a:lstStyle>
            <a:defPPr>
              <a:defRPr kern="1200"/>
            </a:defPPr>
            <a:lvl1pPr>
              <a:defRPr/>
            </a:lvl1pPr>
          </a:lstStyle>
          <a:p>
            <a:pPr>
              <a:defRPr/>
            </a:pPr>
            <a:endParaRPr lang="en-US"/>
          </a:p>
        </p:txBody>
      </p:sp>
      <p:sp>
        <p:nvSpPr>
          <p:cNvPr id="9" name="Rectangle 6"/>
          <p:cNvSpPr>
            <a:spLocks noGrp="1" noChangeArrowheads="1"/>
          </p:cNvSpPr>
          <p:nvPr>
            <p:ph type="sldNum" sz="quarter" idx="12"/>
          </p:nvPr>
        </p:nvSpPr>
        <p:spPr/>
        <p:txBody>
          <a:bodyPr/>
          <a:lstStyle>
            <a:defPPr>
              <a:defRPr kern="1200"/>
            </a:defPPr>
            <a:lvl1pPr>
              <a:defRPr/>
            </a:lvl1pPr>
          </a:lstStyle>
          <a:p>
            <a:pPr>
              <a:defRPr/>
            </a:pPr>
            <a:fld id="{41BE4E77-EB76-40B2-97CB-56BAD62ADA5F}" type="slidenum">
              <a:rPr lang="en-US"/>
              <a:pPr>
                <a:defRPr/>
              </a:pPr>
              <a:t>‹#›</a:t>
            </a:fld>
            <a:endParaRPr lang="en-US"/>
          </a:p>
        </p:txBody>
      </p:sp>
    </p:spTree>
    <p:extLst>
      <p:ext uri="{BB962C8B-B14F-4D97-AF65-F5344CB8AC3E}">
        <p14:creationId xmlns:p14="http://schemas.microsoft.com/office/powerpoint/2010/main" val="2940889009"/>
      </p:ext>
    </p:extLst>
  </p:cSld>
  <p:clrMapOvr>
    <a:masterClrMapping/>
  </p:clrMapOvr>
  <p:transition/>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defPPr>
              <a:defRPr kern="1200"/>
            </a:defPPr>
          </a:lstStyle>
          <a:p>
            <a:r>
              <a:rPr lang="en-US"/>
              <a:t>Click to edit Master title style</a:t>
            </a:r>
          </a:p>
        </p:txBody>
      </p:sp>
      <p:sp>
        <p:nvSpPr>
          <p:cNvPr id="3" name="Rectangle 4"/>
          <p:cNvSpPr>
            <a:spLocks noGrp="1" noChangeArrowheads="1"/>
          </p:cNvSpPr>
          <p:nvPr>
            <p:ph type="dt" sz="half" idx="10"/>
          </p:nvPr>
        </p:nvSpPr>
        <p:spPr/>
        <p:txBody>
          <a:bodyPr/>
          <a:lstStyle>
            <a:defPPr>
              <a:defRPr kern="1200"/>
            </a:defPPr>
            <a:lvl1pPr>
              <a:defRPr/>
            </a:lvl1pPr>
          </a:lstStyle>
          <a:p>
            <a:pPr>
              <a:defRPr/>
            </a:pPr>
            <a:endParaRPr lang="en-US"/>
          </a:p>
        </p:txBody>
      </p:sp>
      <p:sp>
        <p:nvSpPr>
          <p:cNvPr id="4" name="Rectangle 5"/>
          <p:cNvSpPr>
            <a:spLocks noGrp="1" noChangeArrowheads="1"/>
          </p:cNvSpPr>
          <p:nvPr>
            <p:ph type="ftr" sz="quarter" idx="11"/>
          </p:nvPr>
        </p:nvSpPr>
        <p:spPr/>
        <p:txBody>
          <a:bodyPr/>
          <a:lstStyle>
            <a:defPPr>
              <a:defRPr kern="1200"/>
            </a:defPPr>
            <a:lvl1pPr>
              <a:defRPr/>
            </a:lvl1pPr>
          </a:lstStyle>
          <a:p>
            <a:pPr>
              <a:defRPr/>
            </a:pPr>
            <a:endParaRPr lang="en-US"/>
          </a:p>
        </p:txBody>
      </p:sp>
      <p:sp>
        <p:nvSpPr>
          <p:cNvPr id="5" name="Rectangle 6"/>
          <p:cNvSpPr>
            <a:spLocks noGrp="1" noChangeArrowheads="1"/>
          </p:cNvSpPr>
          <p:nvPr>
            <p:ph type="sldNum" sz="quarter" idx="12"/>
          </p:nvPr>
        </p:nvSpPr>
        <p:spPr/>
        <p:txBody>
          <a:bodyPr/>
          <a:lstStyle>
            <a:defPPr>
              <a:defRPr kern="1200"/>
            </a:defPPr>
            <a:lvl1pPr>
              <a:defRPr/>
            </a:lvl1pPr>
          </a:lstStyle>
          <a:p>
            <a:pPr>
              <a:defRPr/>
            </a:pPr>
            <a:fld id="{AFD85181-2ED8-4C66-A6CF-204895276074}" type="slidenum">
              <a:rPr lang="en-US"/>
              <a:pPr>
                <a:defRPr/>
              </a:pPr>
              <a:t>‹#›</a:t>
            </a:fld>
            <a:endParaRPr lang="en-US"/>
          </a:p>
        </p:txBody>
      </p:sp>
    </p:spTree>
    <p:extLst>
      <p:ext uri="{BB962C8B-B14F-4D97-AF65-F5344CB8AC3E}">
        <p14:creationId xmlns:p14="http://schemas.microsoft.com/office/powerpoint/2010/main" val="862447409"/>
      </p:ext>
    </p:extLst>
  </p:cSld>
  <p:clrMapOvr>
    <a:masterClrMapping/>
  </p:clrMapOvr>
  <p:transition/>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Rectangle 4"/>
          <p:cNvSpPr>
            <a:spLocks noGrp="1" noChangeArrowheads="1"/>
          </p:cNvSpPr>
          <p:nvPr>
            <p:ph type="dt" sz="half" idx="10"/>
          </p:nvPr>
        </p:nvSpPr>
        <p:spPr/>
        <p:txBody>
          <a:bodyPr/>
          <a:lstStyle>
            <a:defPPr>
              <a:defRPr kern="1200"/>
            </a:defPPr>
            <a:lvl1pPr>
              <a:defRPr/>
            </a:lvl1pPr>
          </a:lstStyle>
          <a:p>
            <a:pPr>
              <a:defRPr/>
            </a:pPr>
            <a:endParaRPr lang="en-US"/>
          </a:p>
        </p:txBody>
      </p:sp>
      <p:sp>
        <p:nvSpPr>
          <p:cNvPr id="3" name="Rectangle 5"/>
          <p:cNvSpPr>
            <a:spLocks noGrp="1" noChangeArrowheads="1"/>
          </p:cNvSpPr>
          <p:nvPr>
            <p:ph type="ftr" sz="quarter" idx="11"/>
          </p:nvPr>
        </p:nvSpPr>
        <p:spPr/>
        <p:txBody>
          <a:bodyPr/>
          <a:lstStyle>
            <a:defPPr>
              <a:defRPr kern="1200"/>
            </a:defPPr>
            <a:lvl1pPr>
              <a:defRPr/>
            </a:lvl1pPr>
          </a:lstStyle>
          <a:p>
            <a:pPr>
              <a:defRPr/>
            </a:pPr>
            <a:endParaRPr lang="en-US"/>
          </a:p>
        </p:txBody>
      </p:sp>
      <p:sp>
        <p:nvSpPr>
          <p:cNvPr id="4" name="Rectangle 6"/>
          <p:cNvSpPr>
            <a:spLocks noGrp="1" noChangeArrowheads="1"/>
          </p:cNvSpPr>
          <p:nvPr>
            <p:ph type="sldNum" sz="quarter" idx="12"/>
          </p:nvPr>
        </p:nvSpPr>
        <p:spPr/>
        <p:txBody>
          <a:bodyPr/>
          <a:lstStyle>
            <a:defPPr>
              <a:defRPr kern="1200"/>
            </a:defPPr>
            <a:lvl1pPr>
              <a:defRPr/>
            </a:lvl1pPr>
          </a:lstStyle>
          <a:p>
            <a:pPr>
              <a:defRPr/>
            </a:pPr>
            <a:fld id="{FD4797FD-DFC2-4481-9B76-E30C0158C422}" type="slidenum">
              <a:rPr lang="en-US"/>
              <a:pPr>
                <a:defRPr/>
              </a:pPr>
              <a:t>‹#›</a:t>
            </a:fld>
            <a:endParaRPr lang="en-US"/>
          </a:p>
        </p:txBody>
      </p:sp>
    </p:spTree>
    <p:extLst>
      <p:ext uri="{BB962C8B-B14F-4D97-AF65-F5344CB8AC3E}">
        <p14:creationId xmlns:p14="http://schemas.microsoft.com/office/powerpoint/2010/main" val="2903395009"/>
      </p:ext>
    </p:extLst>
  </p:cSld>
  <p:clrMapOvr>
    <a:masterClrMapping/>
  </p:clrMapOvr>
  <p:transition/>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645444" y="1748367"/>
            <a:ext cx="10829925" cy="7435851"/>
          </a:xfrm>
        </p:spPr>
        <p:txBody>
          <a:bodyPr anchor="b"/>
          <a:lstStyle>
            <a:defPPr>
              <a:defRPr kern="1200"/>
            </a:defPPr>
            <a:lvl1pPr algn="l">
              <a:defRPr sz="1500" b="1"/>
            </a:lvl1pPr>
          </a:lstStyle>
          <a:p>
            <a:r>
              <a:rPr lang="en-US"/>
              <a:t>Click to edit Master title style</a:t>
            </a:r>
          </a:p>
        </p:txBody>
      </p:sp>
      <p:sp>
        <p:nvSpPr>
          <p:cNvPr id="3" name="Content Placeholder 2"/>
          <p:cNvSpPr>
            <a:spLocks noGrp="1"/>
          </p:cNvSpPr>
          <p:nvPr>
            <p:ph idx="1"/>
          </p:nvPr>
        </p:nvSpPr>
        <p:spPr>
          <a:xfrm>
            <a:off x="12870656" y="1748367"/>
            <a:ext cx="18402300" cy="37458650"/>
          </a:xfrm>
        </p:spPr>
        <p:txBody>
          <a:bodyPr/>
          <a:lstStyle>
            <a:defPPr>
              <a:defRPr kern="1200"/>
            </a:defPPr>
            <a:lvl1pPr>
              <a:defRPr sz="2400"/>
            </a:lvl1pPr>
            <a:lvl2pPr>
              <a:defRPr sz="2100"/>
            </a:lvl2pPr>
            <a:lvl3pPr>
              <a:defRPr sz="1800"/>
            </a:lvl3pPr>
            <a:lvl4pPr>
              <a:defRPr sz="1500"/>
            </a:lvl4pPr>
            <a:lvl5pPr>
              <a:defRPr sz="1500"/>
            </a:lvl5pPr>
            <a:lvl6pPr>
              <a:defRPr sz="1500"/>
            </a:lvl6pPr>
            <a:lvl7pPr>
              <a:defRPr sz="1500"/>
            </a:lvl7pPr>
            <a:lvl8pPr>
              <a:defRPr sz="1500"/>
            </a:lvl8pPr>
            <a:lvl9pPr>
              <a:defRPr sz="15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1645444" y="9184217"/>
            <a:ext cx="10829925" cy="30022800"/>
          </a:xfrm>
        </p:spPr>
        <p:txBody>
          <a:bodyPr/>
          <a:lstStyle>
            <a:defPPr>
              <a:defRPr kern="1200"/>
            </a:defPPr>
            <a:lvl1pPr marL="0" indent="0">
              <a:buNone/>
              <a:defRPr sz="1050"/>
            </a:lvl1pPr>
            <a:lvl2pPr marL="342900" indent="0">
              <a:buNone/>
              <a:defRPr sz="900"/>
            </a:lvl2pPr>
            <a:lvl3pPr marL="685800" indent="0">
              <a:buNone/>
              <a:defRPr sz="750"/>
            </a:lvl3pPr>
            <a:lvl4pPr marL="1028700" indent="0">
              <a:buNone/>
              <a:defRPr sz="675"/>
            </a:lvl4pPr>
            <a:lvl5pPr marL="1371600" indent="0">
              <a:buNone/>
              <a:defRPr sz="675"/>
            </a:lvl5pPr>
            <a:lvl6pPr marL="1714500" indent="0">
              <a:buNone/>
              <a:defRPr sz="675"/>
            </a:lvl6pPr>
            <a:lvl7pPr marL="2057400" indent="0">
              <a:buNone/>
              <a:defRPr sz="675"/>
            </a:lvl7pPr>
            <a:lvl8pPr marL="2400300" indent="0">
              <a:buNone/>
              <a:defRPr sz="675"/>
            </a:lvl8pPr>
            <a:lvl9pPr marL="2743200" indent="0">
              <a:buNone/>
              <a:defRPr sz="675"/>
            </a:lvl9pPr>
          </a:lstStyle>
          <a:p>
            <a:pPr lvl="0"/>
            <a:r>
              <a:rPr lang="en-US"/>
              <a:t>Click to edit Master text styles</a:t>
            </a:r>
          </a:p>
        </p:txBody>
      </p:sp>
      <p:sp>
        <p:nvSpPr>
          <p:cNvPr id="5" name="Rectangle 4"/>
          <p:cNvSpPr>
            <a:spLocks noGrp="1" noChangeArrowheads="1"/>
          </p:cNvSpPr>
          <p:nvPr>
            <p:ph type="dt" sz="half" idx="10"/>
          </p:nvPr>
        </p:nvSpPr>
        <p:spPr/>
        <p:txBody>
          <a:bodyPr/>
          <a:lstStyle>
            <a:defPPr>
              <a:defRPr kern="1200"/>
            </a:defPPr>
            <a:lvl1pPr>
              <a:defRPr/>
            </a:lvl1pPr>
          </a:lstStyle>
          <a:p>
            <a:pPr>
              <a:defRPr/>
            </a:pPr>
            <a:endParaRPr lang="en-US"/>
          </a:p>
        </p:txBody>
      </p:sp>
      <p:sp>
        <p:nvSpPr>
          <p:cNvPr id="6" name="Rectangle 5"/>
          <p:cNvSpPr>
            <a:spLocks noGrp="1" noChangeArrowheads="1"/>
          </p:cNvSpPr>
          <p:nvPr>
            <p:ph type="ftr" sz="quarter" idx="11"/>
          </p:nvPr>
        </p:nvSpPr>
        <p:spPr/>
        <p:txBody>
          <a:bodyPr/>
          <a:lstStyle>
            <a:defPPr>
              <a:defRPr kern="1200"/>
            </a:defPPr>
            <a:lvl1pPr>
              <a:defRPr/>
            </a:lvl1pPr>
          </a:lstStyle>
          <a:p>
            <a:pPr>
              <a:defRPr/>
            </a:pPr>
            <a:endParaRPr lang="en-US"/>
          </a:p>
        </p:txBody>
      </p:sp>
      <p:sp>
        <p:nvSpPr>
          <p:cNvPr id="7" name="Rectangle 6"/>
          <p:cNvSpPr>
            <a:spLocks noGrp="1" noChangeArrowheads="1"/>
          </p:cNvSpPr>
          <p:nvPr>
            <p:ph type="sldNum" sz="quarter" idx="12"/>
          </p:nvPr>
        </p:nvSpPr>
        <p:spPr/>
        <p:txBody>
          <a:bodyPr/>
          <a:lstStyle>
            <a:defPPr>
              <a:defRPr kern="1200"/>
            </a:defPPr>
            <a:lvl1pPr>
              <a:defRPr/>
            </a:lvl1pPr>
          </a:lstStyle>
          <a:p>
            <a:pPr>
              <a:defRPr/>
            </a:pPr>
            <a:fld id="{222DDFC5-19EE-4BC8-86F5-BE1753B3A49A}" type="slidenum">
              <a:rPr lang="en-US"/>
              <a:pPr>
                <a:defRPr/>
              </a:pPr>
              <a:t>‹#›</a:t>
            </a:fld>
            <a:endParaRPr lang="en-US"/>
          </a:p>
        </p:txBody>
      </p:sp>
    </p:spTree>
    <p:extLst>
      <p:ext uri="{BB962C8B-B14F-4D97-AF65-F5344CB8AC3E}">
        <p14:creationId xmlns:p14="http://schemas.microsoft.com/office/powerpoint/2010/main" val="2176496738"/>
      </p:ext>
    </p:extLst>
  </p:cSld>
  <p:clrMapOvr>
    <a:masterClrMapping/>
  </p:clrMapOvr>
  <p:transition/>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6451997" y="30723418"/>
            <a:ext cx="19751280" cy="3627967"/>
          </a:xfrm>
        </p:spPr>
        <p:txBody>
          <a:bodyPr anchor="b"/>
          <a:lstStyle>
            <a:defPPr>
              <a:defRPr kern="1200"/>
            </a:defPPr>
            <a:lvl1pPr algn="l">
              <a:defRPr sz="1500" b="1"/>
            </a:lvl1pPr>
          </a:lstStyle>
          <a:p>
            <a:r>
              <a:rPr lang="en-US"/>
              <a:t>Click to edit Master title style</a:t>
            </a:r>
          </a:p>
        </p:txBody>
      </p:sp>
      <p:sp>
        <p:nvSpPr>
          <p:cNvPr id="3" name="Picture Placeholder 2"/>
          <p:cNvSpPr>
            <a:spLocks noGrp="1"/>
          </p:cNvSpPr>
          <p:nvPr>
            <p:ph type="pic" idx="1"/>
          </p:nvPr>
        </p:nvSpPr>
        <p:spPr>
          <a:xfrm>
            <a:off x="6451997" y="3922184"/>
            <a:ext cx="19751280" cy="26333450"/>
          </a:xfrm>
        </p:spPr>
        <p:txBody>
          <a:bodyPr/>
          <a:lstStyle>
            <a:defPPr>
              <a:defRPr kern="1200"/>
            </a:defPPr>
            <a:lvl1pPr marL="0" indent="0">
              <a:buNone/>
              <a:defRPr sz="2400"/>
            </a:lvl1pPr>
            <a:lvl2pPr marL="342900" indent="0">
              <a:buNone/>
              <a:defRPr sz="2100"/>
            </a:lvl2pPr>
            <a:lvl3pPr marL="685800" indent="0">
              <a:buNone/>
              <a:defRPr sz="1800"/>
            </a:lvl3pPr>
            <a:lvl4pPr marL="1028700" indent="0">
              <a:buNone/>
              <a:defRPr sz="1500"/>
            </a:lvl4pPr>
            <a:lvl5pPr marL="1371600" indent="0">
              <a:buNone/>
              <a:defRPr sz="1500"/>
            </a:lvl5pPr>
            <a:lvl6pPr marL="1714500" indent="0">
              <a:buNone/>
              <a:defRPr sz="1500"/>
            </a:lvl6pPr>
            <a:lvl7pPr marL="2057400" indent="0">
              <a:buNone/>
              <a:defRPr sz="1500"/>
            </a:lvl7pPr>
            <a:lvl8pPr marL="2400300" indent="0">
              <a:buNone/>
              <a:defRPr sz="1500"/>
            </a:lvl8pPr>
            <a:lvl9pPr marL="2743200" indent="0">
              <a:buNone/>
              <a:defRPr sz="1500"/>
            </a:lvl9pPr>
          </a:lstStyle>
          <a:p>
            <a:pPr lvl="0"/>
            <a:endParaRPr lang="en-US" noProof="0"/>
          </a:p>
        </p:txBody>
      </p:sp>
      <p:sp>
        <p:nvSpPr>
          <p:cNvPr id="4" name="Text Placeholder 3"/>
          <p:cNvSpPr>
            <a:spLocks noGrp="1"/>
          </p:cNvSpPr>
          <p:nvPr>
            <p:ph type="body" sz="half" idx="2"/>
          </p:nvPr>
        </p:nvSpPr>
        <p:spPr>
          <a:xfrm>
            <a:off x="6451997" y="34351385"/>
            <a:ext cx="19751280" cy="5149849"/>
          </a:xfrm>
        </p:spPr>
        <p:txBody>
          <a:bodyPr/>
          <a:lstStyle>
            <a:defPPr>
              <a:defRPr kern="1200"/>
            </a:defPPr>
            <a:lvl1pPr marL="0" indent="0">
              <a:buNone/>
              <a:defRPr sz="1050"/>
            </a:lvl1pPr>
            <a:lvl2pPr marL="342900" indent="0">
              <a:buNone/>
              <a:defRPr sz="900"/>
            </a:lvl2pPr>
            <a:lvl3pPr marL="685800" indent="0">
              <a:buNone/>
              <a:defRPr sz="750"/>
            </a:lvl3pPr>
            <a:lvl4pPr marL="1028700" indent="0">
              <a:buNone/>
              <a:defRPr sz="675"/>
            </a:lvl4pPr>
            <a:lvl5pPr marL="1371600" indent="0">
              <a:buNone/>
              <a:defRPr sz="675"/>
            </a:lvl5pPr>
            <a:lvl6pPr marL="1714500" indent="0">
              <a:buNone/>
              <a:defRPr sz="675"/>
            </a:lvl6pPr>
            <a:lvl7pPr marL="2057400" indent="0">
              <a:buNone/>
              <a:defRPr sz="675"/>
            </a:lvl7pPr>
            <a:lvl8pPr marL="2400300" indent="0">
              <a:buNone/>
              <a:defRPr sz="675"/>
            </a:lvl8pPr>
            <a:lvl9pPr marL="2743200" indent="0">
              <a:buNone/>
              <a:defRPr sz="675"/>
            </a:lvl9pPr>
          </a:lstStyle>
          <a:p>
            <a:pPr lvl="0"/>
            <a:r>
              <a:rPr lang="en-US"/>
              <a:t>Click to edit Master text styles</a:t>
            </a:r>
          </a:p>
        </p:txBody>
      </p:sp>
      <p:sp>
        <p:nvSpPr>
          <p:cNvPr id="5" name="Rectangle 4"/>
          <p:cNvSpPr>
            <a:spLocks noGrp="1" noChangeArrowheads="1"/>
          </p:cNvSpPr>
          <p:nvPr>
            <p:ph type="dt" sz="half" idx="10"/>
          </p:nvPr>
        </p:nvSpPr>
        <p:spPr/>
        <p:txBody>
          <a:bodyPr/>
          <a:lstStyle>
            <a:defPPr>
              <a:defRPr kern="1200"/>
            </a:defPPr>
            <a:lvl1pPr>
              <a:defRPr/>
            </a:lvl1pPr>
          </a:lstStyle>
          <a:p>
            <a:pPr>
              <a:defRPr/>
            </a:pPr>
            <a:endParaRPr lang="en-US"/>
          </a:p>
        </p:txBody>
      </p:sp>
      <p:sp>
        <p:nvSpPr>
          <p:cNvPr id="6" name="Rectangle 5"/>
          <p:cNvSpPr>
            <a:spLocks noGrp="1" noChangeArrowheads="1"/>
          </p:cNvSpPr>
          <p:nvPr>
            <p:ph type="ftr" sz="quarter" idx="11"/>
          </p:nvPr>
        </p:nvSpPr>
        <p:spPr/>
        <p:txBody>
          <a:bodyPr/>
          <a:lstStyle>
            <a:defPPr>
              <a:defRPr kern="1200"/>
            </a:defPPr>
            <a:lvl1pPr>
              <a:defRPr/>
            </a:lvl1pPr>
          </a:lstStyle>
          <a:p>
            <a:pPr>
              <a:defRPr/>
            </a:pPr>
            <a:endParaRPr lang="en-US"/>
          </a:p>
        </p:txBody>
      </p:sp>
      <p:sp>
        <p:nvSpPr>
          <p:cNvPr id="7" name="Rectangle 6"/>
          <p:cNvSpPr>
            <a:spLocks noGrp="1" noChangeArrowheads="1"/>
          </p:cNvSpPr>
          <p:nvPr>
            <p:ph type="sldNum" sz="quarter" idx="12"/>
          </p:nvPr>
        </p:nvSpPr>
        <p:spPr/>
        <p:txBody>
          <a:bodyPr/>
          <a:lstStyle>
            <a:defPPr>
              <a:defRPr kern="1200"/>
            </a:defPPr>
            <a:lvl1pPr>
              <a:defRPr/>
            </a:lvl1pPr>
          </a:lstStyle>
          <a:p>
            <a:pPr>
              <a:defRPr/>
            </a:pPr>
            <a:fld id="{A9B3B4E7-A2BC-4B2C-8917-8370A599FB41}" type="slidenum">
              <a:rPr lang="en-US"/>
              <a:pPr>
                <a:defRPr/>
              </a:pPr>
              <a:t>‹#›</a:t>
            </a:fld>
            <a:endParaRPr lang="en-US"/>
          </a:p>
        </p:txBody>
      </p:sp>
    </p:spTree>
    <p:extLst>
      <p:ext uri="{BB962C8B-B14F-4D97-AF65-F5344CB8AC3E}">
        <p14:creationId xmlns:p14="http://schemas.microsoft.com/office/powerpoint/2010/main" val="3883406098"/>
      </p:ext>
    </p:extLst>
  </p:cSld>
  <p:clrMapOvr>
    <a:masterClrMapping/>
  </p:clrMapOvr>
  <p:transition/>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defPPr>
              <a:defRPr kern="1200"/>
            </a:defPPr>
          </a:lstStyle>
          <a:p>
            <a:r>
              <a:rPr lang="en-US"/>
              <a:t>Click to edit Master title style</a:t>
            </a:r>
          </a:p>
        </p:txBody>
      </p:sp>
      <p:sp>
        <p:nvSpPr>
          <p:cNvPr id="3" name="Vertical Text Placeholder 2"/>
          <p:cNvSpPr>
            <a:spLocks noGrp="1"/>
          </p:cNvSpPr>
          <p:nvPr>
            <p:ph type="body" orient="vert" idx="1"/>
          </p:nvPr>
        </p:nvSpPr>
        <p:spPr/>
        <p:txBody>
          <a:bodyPr vert="eaVert"/>
          <a:lstStyle>
            <a:defPPr>
              <a:defRPr kern="1200"/>
            </a:def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Rectangle 4"/>
          <p:cNvSpPr>
            <a:spLocks noGrp="1" noChangeArrowheads="1"/>
          </p:cNvSpPr>
          <p:nvPr>
            <p:ph type="dt" sz="half" idx="10"/>
          </p:nvPr>
        </p:nvSpPr>
        <p:spPr/>
        <p:txBody>
          <a:bodyPr/>
          <a:lstStyle>
            <a:defPPr>
              <a:defRPr kern="1200"/>
            </a:defPPr>
            <a:lvl1pPr>
              <a:defRPr/>
            </a:lvl1pPr>
          </a:lstStyle>
          <a:p>
            <a:pPr>
              <a:defRPr/>
            </a:pPr>
            <a:endParaRPr lang="en-US"/>
          </a:p>
        </p:txBody>
      </p:sp>
      <p:sp>
        <p:nvSpPr>
          <p:cNvPr id="5" name="Rectangle 5"/>
          <p:cNvSpPr>
            <a:spLocks noGrp="1" noChangeArrowheads="1"/>
          </p:cNvSpPr>
          <p:nvPr>
            <p:ph type="ftr" sz="quarter" idx="11"/>
          </p:nvPr>
        </p:nvSpPr>
        <p:spPr/>
        <p:txBody>
          <a:bodyPr/>
          <a:lstStyle>
            <a:defPPr>
              <a:defRPr kern="1200"/>
            </a:defPPr>
            <a:lvl1pPr>
              <a:defRPr/>
            </a:lvl1pPr>
          </a:lstStyle>
          <a:p>
            <a:pPr>
              <a:defRPr/>
            </a:pPr>
            <a:endParaRPr lang="en-US"/>
          </a:p>
        </p:txBody>
      </p:sp>
      <p:sp>
        <p:nvSpPr>
          <p:cNvPr id="6" name="Rectangle 6"/>
          <p:cNvSpPr>
            <a:spLocks noGrp="1" noChangeArrowheads="1"/>
          </p:cNvSpPr>
          <p:nvPr>
            <p:ph type="sldNum" sz="quarter" idx="12"/>
          </p:nvPr>
        </p:nvSpPr>
        <p:spPr/>
        <p:txBody>
          <a:bodyPr/>
          <a:lstStyle>
            <a:defPPr>
              <a:defRPr kern="1200"/>
            </a:defPPr>
            <a:lvl1pPr>
              <a:defRPr/>
            </a:lvl1pPr>
          </a:lstStyle>
          <a:p>
            <a:pPr>
              <a:defRPr/>
            </a:pPr>
            <a:fld id="{620C972F-CE89-4882-8841-5E4EC1866666}" type="slidenum">
              <a:rPr lang="en-US"/>
              <a:pPr>
                <a:defRPr/>
              </a:pPr>
              <a:t>‹#›</a:t>
            </a:fld>
            <a:endParaRPr lang="en-US"/>
          </a:p>
        </p:txBody>
      </p:sp>
    </p:spTree>
    <p:extLst>
      <p:ext uri="{BB962C8B-B14F-4D97-AF65-F5344CB8AC3E}">
        <p14:creationId xmlns:p14="http://schemas.microsoft.com/office/powerpoint/2010/main" val="410877124"/>
      </p:ext>
    </p:extLst>
  </p:cSld>
  <p:clrMapOvr>
    <a:masterClrMapping/>
  </p:clrMapOvr>
  <p:transition/>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23866080" y="1756834"/>
            <a:ext cx="7406878" cy="37452300"/>
          </a:xfrm>
        </p:spPr>
        <p:txBody>
          <a:bodyPr vert="eaVert"/>
          <a:lstStyle>
            <a:defPPr>
              <a:defRPr kern="1200"/>
            </a:defPPr>
          </a:lstStyle>
          <a:p>
            <a:r>
              <a:rPr lang="en-US"/>
              <a:t>Click to edit Master title style</a:t>
            </a:r>
          </a:p>
        </p:txBody>
      </p:sp>
      <p:sp>
        <p:nvSpPr>
          <p:cNvPr id="3" name="Vertical Text Placeholder 2"/>
          <p:cNvSpPr>
            <a:spLocks noGrp="1"/>
          </p:cNvSpPr>
          <p:nvPr>
            <p:ph type="body" orient="vert" idx="1"/>
          </p:nvPr>
        </p:nvSpPr>
        <p:spPr>
          <a:xfrm>
            <a:off x="1645444" y="1756834"/>
            <a:ext cx="22106334" cy="37452300"/>
          </a:xfrm>
        </p:spPr>
        <p:txBody>
          <a:bodyPr vert="eaVert"/>
          <a:lstStyle>
            <a:defPPr>
              <a:defRPr kern="1200"/>
            </a:def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Rectangle 4"/>
          <p:cNvSpPr>
            <a:spLocks noGrp="1" noChangeArrowheads="1"/>
          </p:cNvSpPr>
          <p:nvPr>
            <p:ph type="dt" sz="half" idx="10"/>
          </p:nvPr>
        </p:nvSpPr>
        <p:spPr/>
        <p:txBody>
          <a:bodyPr/>
          <a:lstStyle>
            <a:defPPr>
              <a:defRPr kern="1200"/>
            </a:defPPr>
            <a:lvl1pPr>
              <a:defRPr/>
            </a:lvl1pPr>
          </a:lstStyle>
          <a:p>
            <a:pPr>
              <a:defRPr/>
            </a:pPr>
            <a:endParaRPr lang="en-US"/>
          </a:p>
        </p:txBody>
      </p:sp>
      <p:sp>
        <p:nvSpPr>
          <p:cNvPr id="5" name="Rectangle 5"/>
          <p:cNvSpPr>
            <a:spLocks noGrp="1" noChangeArrowheads="1"/>
          </p:cNvSpPr>
          <p:nvPr>
            <p:ph type="ftr" sz="quarter" idx="11"/>
          </p:nvPr>
        </p:nvSpPr>
        <p:spPr/>
        <p:txBody>
          <a:bodyPr/>
          <a:lstStyle>
            <a:defPPr>
              <a:defRPr kern="1200"/>
            </a:defPPr>
            <a:lvl1pPr>
              <a:defRPr/>
            </a:lvl1pPr>
          </a:lstStyle>
          <a:p>
            <a:pPr>
              <a:defRPr/>
            </a:pPr>
            <a:endParaRPr lang="en-US"/>
          </a:p>
        </p:txBody>
      </p:sp>
      <p:sp>
        <p:nvSpPr>
          <p:cNvPr id="6" name="Rectangle 6"/>
          <p:cNvSpPr>
            <a:spLocks noGrp="1" noChangeArrowheads="1"/>
          </p:cNvSpPr>
          <p:nvPr>
            <p:ph type="sldNum" sz="quarter" idx="12"/>
          </p:nvPr>
        </p:nvSpPr>
        <p:spPr/>
        <p:txBody>
          <a:bodyPr/>
          <a:lstStyle>
            <a:defPPr>
              <a:defRPr kern="1200"/>
            </a:defPPr>
            <a:lvl1pPr>
              <a:defRPr/>
            </a:lvl1pPr>
          </a:lstStyle>
          <a:p>
            <a:pPr>
              <a:defRPr/>
            </a:pPr>
            <a:fld id="{67478B96-C558-46F3-BF4C-CB626F7BF55F}" type="slidenum">
              <a:rPr lang="en-US"/>
              <a:pPr>
                <a:defRPr/>
              </a:pPr>
              <a:t>‹#›</a:t>
            </a:fld>
            <a:endParaRPr lang="en-US"/>
          </a:p>
        </p:txBody>
      </p:sp>
    </p:spTree>
    <p:extLst>
      <p:ext uri="{BB962C8B-B14F-4D97-AF65-F5344CB8AC3E}">
        <p14:creationId xmlns:p14="http://schemas.microsoft.com/office/powerpoint/2010/main" val="3096179450"/>
      </p:ext>
    </p:extLst>
  </p:cSld>
  <p:clrMapOvr>
    <a:masterClrMapping/>
  </p:clrMapOvr>
  <p:transition/>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image" Target="../media/image1.png"/><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image" Target="../media/image2.png"/></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1026" name="Rectangle 2"/>
          <p:cNvSpPr>
            <a:spLocks noGrp="1" noChangeArrowheads="1"/>
          </p:cNvSpPr>
          <p:nvPr>
            <p:ph type="title"/>
          </p:nvPr>
        </p:nvSpPr>
        <p:spPr bwMode="auto">
          <a:xfrm>
            <a:off x="1645444" y="1756833"/>
            <a:ext cx="29627512" cy="7315200"/>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470259" tIns="235130" rIns="470259" bIns="235130" anchor="ctr" anchorCtr="0" compatLnSpc="1">
            <a:prstTxWarp prst="textNoShape">
              <a:avLst/>
            </a:prstTxWarp>
          </a:bodyPr>
          <a:lstStyle>
            <a:defPPr>
              <a:defRPr kern="1200"/>
            </a:defPPr>
          </a:lstStyle>
          <a:p>
            <a:pPr lvl="0"/>
            <a:r>
              <a:rPr lang="en-US"/>
              <a:t>Click to edit Master title style</a:t>
            </a:r>
          </a:p>
        </p:txBody>
      </p:sp>
      <p:sp>
        <p:nvSpPr>
          <p:cNvPr id="1027" name="Rectangle 3"/>
          <p:cNvSpPr>
            <a:spLocks noGrp="1" noChangeArrowheads="1"/>
          </p:cNvSpPr>
          <p:nvPr>
            <p:ph type="body" idx="1"/>
          </p:nvPr>
        </p:nvSpPr>
        <p:spPr bwMode="auto">
          <a:xfrm>
            <a:off x="1645444" y="10240434"/>
            <a:ext cx="29627512" cy="28968700"/>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470259" tIns="235130" rIns="470259" bIns="235130" anchor="t" anchorCtr="0" compatLnSpc="1">
            <a:prstTxWarp prst="textNoShape">
              <a:avLst/>
            </a:prstTxWarp>
          </a:bodyPr>
          <a:lstStyle>
            <a:defPPr>
              <a:defRPr kern="1200"/>
            </a:def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1028" name="Rectangle 4"/>
          <p:cNvSpPr>
            <a:spLocks noGrp="1" noChangeArrowheads="1"/>
          </p:cNvSpPr>
          <p:nvPr>
            <p:ph type="dt" sz="half" idx="2"/>
          </p:nvPr>
        </p:nvSpPr>
        <p:spPr bwMode="auto">
          <a:xfrm>
            <a:off x="1645444" y="39971132"/>
            <a:ext cx="7681913" cy="3048000"/>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470259" tIns="235130" rIns="470259" bIns="235130" anchor="t" anchorCtr="0" compatLnSpc="1">
            <a:prstTxWarp prst="textNoShape">
              <a:avLst/>
            </a:prstTxWarp>
          </a:bodyPr>
          <a:lstStyle>
            <a:defPPr>
              <a:defRPr kern="1200"/>
            </a:defPPr>
            <a:lvl1pPr defTabSz="3527822">
              <a:defRPr sz="5475" smtClean="0">
                <a:latin typeface="Arial" pitchFamily="34" charset="0"/>
              </a:defRPr>
            </a:lvl1pPr>
          </a:lstStyle>
          <a:p>
            <a:pPr>
              <a:defRPr/>
            </a:pPr>
            <a:endParaRPr lang="en-US"/>
          </a:p>
        </p:txBody>
      </p:sp>
      <p:sp>
        <p:nvSpPr>
          <p:cNvPr id="1029" name="Rectangle 5"/>
          <p:cNvSpPr>
            <a:spLocks noGrp="1" noChangeArrowheads="1"/>
          </p:cNvSpPr>
          <p:nvPr>
            <p:ph type="ftr" sz="quarter" idx="3"/>
          </p:nvPr>
        </p:nvSpPr>
        <p:spPr bwMode="auto">
          <a:xfrm>
            <a:off x="11246644" y="39971132"/>
            <a:ext cx="10425113" cy="3048000"/>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470259" tIns="235130" rIns="470259" bIns="235130" anchor="t" anchorCtr="0" compatLnSpc="1">
            <a:prstTxWarp prst="textNoShape">
              <a:avLst/>
            </a:prstTxWarp>
          </a:bodyPr>
          <a:lstStyle>
            <a:defPPr>
              <a:defRPr kern="1200"/>
            </a:defPPr>
            <a:lvl1pPr algn="ctr" defTabSz="3527822">
              <a:defRPr sz="5475" smtClean="0">
                <a:latin typeface="Arial" pitchFamily="34" charset="0"/>
              </a:defRPr>
            </a:lvl1pPr>
          </a:lstStyle>
          <a:p>
            <a:pPr>
              <a:defRPr/>
            </a:pPr>
            <a:endParaRPr lang="en-US"/>
          </a:p>
        </p:txBody>
      </p:sp>
      <p:sp>
        <p:nvSpPr>
          <p:cNvPr id="1030" name="Rectangle 6"/>
          <p:cNvSpPr>
            <a:spLocks noGrp="1" noChangeArrowheads="1"/>
          </p:cNvSpPr>
          <p:nvPr>
            <p:ph type="sldNum" sz="quarter" idx="4"/>
          </p:nvPr>
        </p:nvSpPr>
        <p:spPr bwMode="auto">
          <a:xfrm>
            <a:off x="23591044" y="39971132"/>
            <a:ext cx="7681913" cy="3048000"/>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470259" tIns="235130" rIns="470259" bIns="235130" anchor="t" anchorCtr="0" compatLnSpc="1">
            <a:prstTxWarp prst="textNoShape">
              <a:avLst/>
            </a:prstTxWarp>
          </a:bodyPr>
          <a:lstStyle>
            <a:defPPr>
              <a:defRPr kern="1200"/>
            </a:defPPr>
            <a:lvl1pPr algn="r" defTabSz="3527822">
              <a:defRPr sz="5475" smtClean="0">
                <a:latin typeface="Arial" pitchFamily="34" charset="0"/>
              </a:defRPr>
            </a:lvl1pPr>
          </a:lstStyle>
          <a:p>
            <a:pPr>
              <a:defRPr/>
            </a:pPr>
            <a:fld id="{16CEF5F2-27D4-42FE-9AE6-E7F0659E0BA5}" type="slidenum">
              <a:rPr lang="en-US"/>
              <a:pPr>
                <a:defRPr/>
              </a:pPr>
              <a:t>‹#›</a:t>
            </a:fld>
            <a:endParaRPr lang="en-US"/>
          </a:p>
        </p:txBody>
      </p:sp>
      <p:pic>
        <p:nvPicPr>
          <p:cNvPr id="1031" name="New picture"/>
          <p:cNvPicPr/>
          <p:nvPr/>
        </p:nvPicPr>
        <p:blipFill>
          <a:blip r:embed="rId13"/>
          <a:stretch>
            <a:fillRect/>
          </a:stretch>
        </p:blipFill>
        <p:spPr>
          <a:xfrm rot="16200000">
            <a:off x="-11074400" y="21945600"/>
            <a:ext cx="14274800" cy="3937000"/>
          </a:xfrm>
          <a:prstGeom prst="rect">
            <a:avLst/>
          </a:prstGeom>
        </p:spPr>
      </p:pic>
      <p:pic>
        <p:nvPicPr>
          <p:cNvPr id="1032" name="New picture"/>
          <p:cNvPicPr/>
          <p:nvPr/>
        </p:nvPicPr>
        <p:blipFill>
          <a:blip r:embed="rId13"/>
          <a:stretch>
            <a:fillRect/>
          </a:stretch>
        </p:blipFill>
        <p:spPr>
          <a:xfrm rot="5400000">
            <a:off x="29718000" y="21945600"/>
            <a:ext cx="14274800" cy="3937000"/>
          </a:xfrm>
          <a:prstGeom prst="rect">
            <a:avLst/>
          </a:prstGeom>
        </p:spPr>
      </p:pic>
      <p:pic>
        <p:nvPicPr>
          <p:cNvPr id="1033" name="New picture"/>
          <p:cNvPicPr/>
          <p:nvPr/>
        </p:nvPicPr>
        <p:blipFill>
          <a:blip r:embed="rId14"/>
          <a:stretch>
            <a:fillRect/>
          </a:stretch>
        </p:blipFill>
        <p:spPr>
          <a:xfrm>
            <a:off x="1460500" y="44399200"/>
            <a:ext cx="29997400" cy="1447800"/>
          </a:xfrm>
          <a:prstGeom prst="rect">
            <a:avLst/>
          </a:prstGeom>
        </p:spPr>
      </p:pic>
      <p:sp>
        <p:nvSpPr>
          <p:cNvPr id="1034" name="New shape"/>
          <p:cNvSpPr/>
          <p:nvPr/>
        </p:nvSpPr>
        <p:spPr>
          <a:xfrm>
            <a:off x="1460500" y="44970700"/>
            <a:ext cx="16459200" cy="1270000"/>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l"/>
            <a:r>
              <a:rPr sz="4560">
                <a:solidFill>
                  <a:srgbClr val="808080"/>
                </a:solidFill>
              </a:rPr>
              <a:t>Template ID: debatingdenim  Size: 36x48</a:t>
            </a:r>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ransition/>
  <p:txStyles>
    <p:titleStyle>
      <a:defPPr>
        <a:defRPr kern="1200"/>
      </a:defPPr>
      <a:lvl1pPr algn="ctr" defTabSz="3527822" rtl="0" eaLnBrk="0" fontAlgn="base" hangingPunct="0">
        <a:spcBef>
          <a:spcPct val="0"/>
        </a:spcBef>
        <a:spcAft>
          <a:spcPct val="0"/>
        </a:spcAft>
        <a:defRPr sz="17100">
          <a:solidFill>
            <a:schemeClr val="tx2"/>
          </a:solidFill>
          <a:latin typeface="+mj-lt"/>
          <a:ea typeface="+mj-ea"/>
          <a:cs typeface="+mj-cs"/>
        </a:defRPr>
      </a:lvl1pPr>
      <a:lvl2pPr algn="ctr" defTabSz="3527822" rtl="0" eaLnBrk="0" fontAlgn="base" hangingPunct="0">
        <a:spcBef>
          <a:spcPct val="0"/>
        </a:spcBef>
        <a:spcAft>
          <a:spcPct val="0"/>
        </a:spcAft>
        <a:defRPr sz="17100">
          <a:solidFill>
            <a:schemeClr val="tx2"/>
          </a:solidFill>
          <a:latin typeface="Arial" pitchFamily="34" charset="0"/>
        </a:defRPr>
      </a:lvl2pPr>
      <a:lvl3pPr algn="ctr" defTabSz="3527822" rtl="0" eaLnBrk="0" fontAlgn="base" hangingPunct="0">
        <a:spcBef>
          <a:spcPct val="0"/>
        </a:spcBef>
        <a:spcAft>
          <a:spcPct val="0"/>
        </a:spcAft>
        <a:defRPr sz="17100">
          <a:solidFill>
            <a:schemeClr val="tx2"/>
          </a:solidFill>
          <a:latin typeface="Arial" pitchFamily="34" charset="0"/>
        </a:defRPr>
      </a:lvl3pPr>
      <a:lvl4pPr algn="ctr" defTabSz="3527822" rtl="0" eaLnBrk="0" fontAlgn="base" hangingPunct="0">
        <a:spcBef>
          <a:spcPct val="0"/>
        </a:spcBef>
        <a:spcAft>
          <a:spcPct val="0"/>
        </a:spcAft>
        <a:defRPr sz="17100">
          <a:solidFill>
            <a:schemeClr val="tx2"/>
          </a:solidFill>
          <a:latin typeface="Arial" pitchFamily="34" charset="0"/>
        </a:defRPr>
      </a:lvl4pPr>
      <a:lvl5pPr algn="ctr" defTabSz="3527822" rtl="0" eaLnBrk="0" fontAlgn="base" hangingPunct="0">
        <a:spcBef>
          <a:spcPct val="0"/>
        </a:spcBef>
        <a:spcAft>
          <a:spcPct val="0"/>
        </a:spcAft>
        <a:defRPr sz="17100">
          <a:solidFill>
            <a:schemeClr val="tx2"/>
          </a:solidFill>
          <a:latin typeface="Arial" pitchFamily="34" charset="0"/>
        </a:defRPr>
      </a:lvl5pPr>
      <a:lvl6pPr marL="342900" algn="ctr" defTabSz="3527822" rtl="0" fontAlgn="base">
        <a:spcBef>
          <a:spcPct val="0"/>
        </a:spcBef>
        <a:spcAft>
          <a:spcPct val="0"/>
        </a:spcAft>
        <a:defRPr sz="17100">
          <a:solidFill>
            <a:schemeClr val="tx2"/>
          </a:solidFill>
          <a:latin typeface="Arial" pitchFamily="34" charset="0"/>
        </a:defRPr>
      </a:lvl6pPr>
      <a:lvl7pPr marL="685800" algn="ctr" defTabSz="3527822" rtl="0" fontAlgn="base">
        <a:spcBef>
          <a:spcPct val="0"/>
        </a:spcBef>
        <a:spcAft>
          <a:spcPct val="0"/>
        </a:spcAft>
        <a:defRPr sz="17100">
          <a:solidFill>
            <a:schemeClr val="tx2"/>
          </a:solidFill>
          <a:latin typeface="Arial" pitchFamily="34" charset="0"/>
        </a:defRPr>
      </a:lvl7pPr>
      <a:lvl8pPr marL="1028700" algn="ctr" defTabSz="3527822" rtl="0" fontAlgn="base">
        <a:spcBef>
          <a:spcPct val="0"/>
        </a:spcBef>
        <a:spcAft>
          <a:spcPct val="0"/>
        </a:spcAft>
        <a:defRPr sz="17100">
          <a:solidFill>
            <a:schemeClr val="tx2"/>
          </a:solidFill>
          <a:latin typeface="Arial" pitchFamily="34" charset="0"/>
        </a:defRPr>
      </a:lvl8pPr>
      <a:lvl9pPr marL="1371600" algn="ctr" defTabSz="3527822" rtl="0" fontAlgn="base">
        <a:spcBef>
          <a:spcPct val="0"/>
        </a:spcBef>
        <a:spcAft>
          <a:spcPct val="0"/>
        </a:spcAft>
        <a:defRPr sz="17100">
          <a:solidFill>
            <a:schemeClr val="tx2"/>
          </a:solidFill>
          <a:latin typeface="Arial" pitchFamily="34" charset="0"/>
        </a:defRPr>
      </a:lvl9pPr>
    </p:titleStyle>
    <p:bodyStyle>
      <a:defPPr>
        <a:defRPr kern="1200"/>
      </a:defPPr>
      <a:lvl1pPr marL="1325166" indent="-1325166" algn="l" defTabSz="3527822" rtl="0" eaLnBrk="0" fontAlgn="base" hangingPunct="0">
        <a:spcBef>
          <a:spcPct val="20000"/>
        </a:spcBef>
        <a:spcAft>
          <a:spcPct val="0"/>
        </a:spcAft>
        <a:buChar char="•"/>
        <a:defRPr sz="12300">
          <a:solidFill>
            <a:schemeClr val="tx1"/>
          </a:solidFill>
          <a:latin typeface="+mn-lt"/>
          <a:ea typeface="+mn-ea"/>
          <a:cs typeface="+mn-cs"/>
        </a:defRPr>
      </a:lvl1pPr>
      <a:lvl2pPr marL="2867025" indent="-1103710" algn="l" defTabSz="3527822" rtl="0" eaLnBrk="0" fontAlgn="base" hangingPunct="0">
        <a:spcBef>
          <a:spcPct val="20000"/>
        </a:spcBef>
        <a:spcAft>
          <a:spcPct val="0"/>
        </a:spcAft>
        <a:buChar char="–"/>
        <a:defRPr sz="10800">
          <a:solidFill>
            <a:schemeClr val="tx1"/>
          </a:solidFill>
          <a:latin typeface="+mn-lt"/>
        </a:defRPr>
      </a:lvl2pPr>
      <a:lvl3pPr marL="4410075" indent="-882254" algn="l" defTabSz="3527822" rtl="0" eaLnBrk="0" fontAlgn="base" hangingPunct="0">
        <a:spcBef>
          <a:spcPct val="20000"/>
        </a:spcBef>
        <a:spcAft>
          <a:spcPct val="0"/>
        </a:spcAft>
        <a:buChar char="•"/>
        <a:defRPr sz="9300">
          <a:solidFill>
            <a:schemeClr val="tx1"/>
          </a:solidFill>
          <a:latin typeface="+mn-lt"/>
        </a:defRPr>
      </a:lvl3pPr>
      <a:lvl4pPr marL="6172200" indent="-881063" algn="l" defTabSz="3527822" rtl="0" eaLnBrk="0" fontAlgn="base" hangingPunct="0">
        <a:spcBef>
          <a:spcPct val="20000"/>
        </a:spcBef>
        <a:spcAft>
          <a:spcPct val="0"/>
        </a:spcAft>
        <a:buChar char="–"/>
        <a:defRPr sz="7800">
          <a:solidFill>
            <a:schemeClr val="tx1"/>
          </a:solidFill>
          <a:latin typeface="+mn-lt"/>
        </a:defRPr>
      </a:lvl4pPr>
      <a:lvl5pPr marL="7935516" indent="-882254" algn="l" defTabSz="3527822" rtl="0" eaLnBrk="0" fontAlgn="base" hangingPunct="0">
        <a:spcBef>
          <a:spcPct val="20000"/>
        </a:spcBef>
        <a:spcAft>
          <a:spcPct val="0"/>
        </a:spcAft>
        <a:buChar char="»"/>
        <a:defRPr sz="7800">
          <a:solidFill>
            <a:schemeClr val="tx1"/>
          </a:solidFill>
          <a:latin typeface="+mn-lt"/>
        </a:defRPr>
      </a:lvl5pPr>
      <a:lvl6pPr marL="8278416" indent="-882254" algn="l" defTabSz="3527822" rtl="0" fontAlgn="base">
        <a:spcBef>
          <a:spcPct val="20000"/>
        </a:spcBef>
        <a:spcAft>
          <a:spcPct val="0"/>
        </a:spcAft>
        <a:buChar char="»"/>
        <a:defRPr sz="7800">
          <a:solidFill>
            <a:schemeClr val="tx1"/>
          </a:solidFill>
          <a:latin typeface="+mn-lt"/>
        </a:defRPr>
      </a:lvl6pPr>
      <a:lvl7pPr marL="8621316" indent="-882254" algn="l" defTabSz="3527822" rtl="0" fontAlgn="base">
        <a:spcBef>
          <a:spcPct val="20000"/>
        </a:spcBef>
        <a:spcAft>
          <a:spcPct val="0"/>
        </a:spcAft>
        <a:buChar char="»"/>
        <a:defRPr sz="7800">
          <a:solidFill>
            <a:schemeClr val="tx1"/>
          </a:solidFill>
          <a:latin typeface="+mn-lt"/>
        </a:defRPr>
      </a:lvl7pPr>
      <a:lvl8pPr marL="8964216" indent="-882254" algn="l" defTabSz="3527822" rtl="0" fontAlgn="base">
        <a:spcBef>
          <a:spcPct val="20000"/>
        </a:spcBef>
        <a:spcAft>
          <a:spcPct val="0"/>
        </a:spcAft>
        <a:buChar char="»"/>
        <a:defRPr sz="7800">
          <a:solidFill>
            <a:schemeClr val="tx1"/>
          </a:solidFill>
          <a:latin typeface="+mn-lt"/>
        </a:defRPr>
      </a:lvl8pPr>
      <a:lvl9pPr marL="9307116" indent="-882254" algn="l" defTabSz="3527822" rtl="0" fontAlgn="base">
        <a:spcBef>
          <a:spcPct val="20000"/>
        </a:spcBef>
        <a:spcAft>
          <a:spcPct val="0"/>
        </a:spcAft>
        <a:buChar char="»"/>
        <a:defRPr sz="7800">
          <a:solidFill>
            <a:schemeClr val="tx1"/>
          </a:solidFill>
          <a:latin typeface="+mn-lt"/>
        </a:defRPr>
      </a:lvl9pPr>
    </p:bodyStyle>
    <p:otherStyle>
      <a:defPPr>
        <a:defRPr lang="en-US"/>
      </a:defPPr>
      <a:lvl1pPr marL="0" algn="l" defTabSz="685800" rtl="0" eaLnBrk="1" latinLnBrk="0" hangingPunct="1">
        <a:defRPr sz="1350" kern="1200">
          <a:solidFill>
            <a:schemeClr val="tx1"/>
          </a:solidFill>
          <a:latin typeface="+mn-lt"/>
          <a:ea typeface="+mn-ea"/>
          <a:cs typeface="+mn-cs"/>
        </a:defRPr>
      </a:lvl1pPr>
      <a:lvl2pPr marL="342900" algn="l" defTabSz="685800" rtl="0" eaLnBrk="1" latinLnBrk="0" hangingPunct="1">
        <a:defRPr sz="1350" kern="1200">
          <a:solidFill>
            <a:schemeClr val="tx1"/>
          </a:solidFill>
          <a:latin typeface="+mn-lt"/>
          <a:ea typeface="+mn-ea"/>
          <a:cs typeface="+mn-cs"/>
        </a:defRPr>
      </a:lvl2pPr>
      <a:lvl3pPr marL="685800" algn="l" defTabSz="685800" rtl="0" eaLnBrk="1" latinLnBrk="0" hangingPunct="1">
        <a:defRPr sz="1350" kern="1200">
          <a:solidFill>
            <a:schemeClr val="tx1"/>
          </a:solidFill>
          <a:latin typeface="+mn-lt"/>
          <a:ea typeface="+mn-ea"/>
          <a:cs typeface="+mn-cs"/>
        </a:defRPr>
      </a:lvl3pPr>
      <a:lvl4pPr marL="1028700" algn="l" defTabSz="685800" rtl="0" eaLnBrk="1" latinLnBrk="0" hangingPunct="1">
        <a:defRPr sz="1350" kern="1200">
          <a:solidFill>
            <a:schemeClr val="tx1"/>
          </a:solidFill>
          <a:latin typeface="+mn-lt"/>
          <a:ea typeface="+mn-ea"/>
          <a:cs typeface="+mn-cs"/>
        </a:defRPr>
      </a:lvl4pPr>
      <a:lvl5pPr marL="1371600" algn="l" defTabSz="685800" rtl="0" eaLnBrk="1" latinLnBrk="0" hangingPunct="1">
        <a:defRPr sz="1350" kern="1200">
          <a:solidFill>
            <a:schemeClr val="tx1"/>
          </a:solidFill>
          <a:latin typeface="+mn-lt"/>
          <a:ea typeface="+mn-ea"/>
          <a:cs typeface="+mn-cs"/>
        </a:defRPr>
      </a:lvl5pPr>
      <a:lvl6pPr marL="1714500" algn="l" defTabSz="685800" rtl="0" eaLnBrk="1" latinLnBrk="0" hangingPunct="1">
        <a:defRPr sz="1350" kern="1200">
          <a:solidFill>
            <a:schemeClr val="tx1"/>
          </a:solidFill>
          <a:latin typeface="+mn-lt"/>
          <a:ea typeface="+mn-ea"/>
          <a:cs typeface="+mn-cs"/>
        </a:defRPr>
      </a:lvl6pPr>
      <a:lvl7pPr marL="2057400" algn="l" defTabSz="685800" rtl="0" eaLnBrk="1" latinLnBrk="0" hangingPunct="1">
        <a:defRPr sz="1350" kern="1200">
          <a:solidFill>
            <a:schemeClr val="tx1"/>
          </a:solidFill>
          <a:latin typeface="+mn-lt"/>
          <a:ea typeface="+mn-ea"/>
          <a:cs typeface="+mn-cs"/>
        </a:defRPr>
      </a:lvl7pPr>
      <a:lvl8pPr marL="2400300" algn="l" defTabSz="685800" rtl="0" eaLnBrk="1" latinLnBrk="0" hangingPunct="1">
        <a:defRPr sz="1350" kern="1200">
          <a:solidFill>
            <a:schemeClr val="tx1"/>
          </a:solidFill>
          <a:latin typeface="+mn-lt"/>
          <a:ea typeface="+mn-ea"/>
          <a:cs typeface="+mn-cs"/>
        </a:defRPr>
      </a:lvl8pPr>
      <a:lvl9pPr marL="2743200" algn="l" defTabSz="685800" rtl="0" eaLnBrk="1" latinLnBrk="0" hangingPunct="1">
        <a:defRPr sz="135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4.png"/><Relationship Id="rId7" Type="http://schemas.openxmlformats.org/officeDocument/2006/relationships/image" Target="../media/image8.png"/><Relationship Id="rId2" Type="http://schemas.openxmlformats.org/officeDocument/2006/relationships/image" Target="../media/image3.png"/><Relationship Id="rId1" Type="http://schemas.openxmlformats.org/officeDocument/2006/relationships/slideLayout" Target="../slideLayouts/slideLayout1.xml"/><Relationship Id="rId6" Type="http://schemas.openxmlformats.org/officeDocument/2006/relationships/image" Target="../media/image7.png"/><Relationship Id="rId5" Type="http://schemas.openxmlformats.org/officeDocument/2006/relationships/image" Target="../media/image6.png"/><Relationship Id="rId4" Type="http://schemas.openxmlformats.org/officeDocument/2006/relationships/image" Target="../media/image5.png"/></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2050" name="Rectangle 4"/>
          <p:cNvSpPr>
            <a:spLocks noChangeArrowheads="1"/>
          </p:cNvSpPr>
          <p:nvPr/>
        </p:nvSpPr>
        <p:spPr bwMode="auto">
          <a:xfrm>
            <a:off x="400050" y="381000"/>
            <a:ext cx="32118300" cy="4518373"/>
          </a:xfrm>
          <a:prstGeom prst="roundRect">
            <a:avLst/>
          </a:prstGeom>
          <a:solidFill>
            <a:srgbClr val="2A4A70"/>
          </a:solidFill>
          <a:ln>
            <a:noFill/>
          </a:ln>
        </p:spPr>
        <p:txBody>
          <a:bodyPr lIns="154305" tIns="77153" rIns="154305" bIns="77153" anchor="ctr"/>
          <a:lstStyle>
            <a:defPPr>
              <a:defRPr kern="1200"/>
            </a:defPPr>
          </a:lstStyle>
          <a:p>
            <a:pPr algn="ctr" defTabSz="3527822"/>
            <a:endParaRPr lang="en-US" sz="3675" i="1" dirty="0"/>
          </a:p>
        </p:txBody>
      </p:sp>
      <p:sp>
        <p:nvSpPr>
          <p:cNvPr id="17" name="Text Placeholder 5">
            <a:extLst>
              <a:ext uri="{FF2B5EF4-FFF2-40B4-BE49-F238E27FC236}">
                <a16:creationId xmlns:a16="http://schemas.microsoft.com/office/drawing/2014/main" id="{4264D35B-B8F4-4A85-9FEE-EA091C5FF1BF}"/>
              </a:ext>
            </a:extLst>
          </p:cNvPr>
          <p:cNvSpPr txBox="1"/>
          <p:nvPr/>
        </p:nvSpPr>
        <p:spPr>
          <a:xfrm>
            <a:off x="2743200" y="756526"/>
            <a:ext cx="27432000" cy="1069024"/>
          </a:xfrm>
          <a:prstGeom prst="rect">
            <a:avLst/>
          </a:prstGeom>
        </p:spPr>
        <p:txBody>
          <a:bodyPr lIns="0" tIns="0" rIns="0" bIns="0">
            <a:noAutofit/>
          </a:bodyPr>
          <a:lstStyle>
            <a:defPPr>
              <a:defRPr kern="1200"/>
            </a:defPPr>
            <a:lvl1pPr marL="0" marR="0" indent="0" algn="l" defTabSz="3783013" rtl="0" eaLnBrk="1" fontAlgn="auto" latinLnBrk="0" hangingPunct="1">
              <a:lnSpc>
                <a:spcPct val="100000"/>
              </a:lnSpc>
              <a:spcBef>
                <a:spcPts val="600"/>
              </a:spcBef>
              <a:spcAft>
                <a:spcPct val="0"/>
              </a:spcAft>
              <a:buClrTx/>
              <a:buSzTx/>
              <a:buFontTx/>
              <a:buNone/>
              <a:defRPr sz="6000" kern="1200" baseline="0">
                <a:solidFill>
                  <a:schemeClr val="tx2"/>
                </a:solidFill>
                <a:latin typeface="Franklin Gothic Heavy" pitchFamily="34" charset="0"/>
                <a:ea typeface="+mn-ea"/>
                <a:cs typeface="+mn-cs"/>
              </a:defRPr>
            </a:lvl1pPr>
            <a:lvl2pPr marL="1880543" indent="0" algn="l" defTabSz="3761086" rtl="0" eaLnBrk="1" latinLnBrk="0" hangingPunct="1">
              <a:spcBef>
                <a:spcPct val="20000"/>
              </a:spcBef>
              <a:buFontTx/>
              <a:buNone/>
              <a:defRPr sz="11500" kern="1200">
                <a:solidFill>
                  <a:schemeClr val="tx1"/>
                </a:solidFill>
                <a:latin typeface="+mn-lt"/>
                <a:ea typeface="+mn-ea"/>
                <a:cs typeface="+mn-cs"/>
              </a:defRPr>
            </a:lvl2pPr>
            <a:lvl3pPr marL="3761086" indent="0" algn="l" defTabSz="3761086" rtl="0" eaLnBrk="1" latinLnBrk="0" hangingPunct="1">
              <a:spcBef>
                <a:spcPct val="20000"/>
              </a:spcBef>
              <a:buFontTx/>
              <a:buNone/>
              <a:defRPr sz="9900" kern="1200">
                <a:solidFill>
                  <a:schemeClr val="tx1"/>
                </a:solidFill>
                <a:latin typeface="+mn-lt"/>
                <a:ea typeface="+mn-ea"/>
                <a:cs typeface="+mn-cs"/>
              </a:defRPr>
            </a:lvl3pPr>
            <a:lvl4pPr marL="5641629" indent="0" algn="l" defTabSz="3761086" rtl="0" eaLnBrk="1" latinLnBrk="0" hangingPunct="1">
              <a:spcBef>
                <a:spcPct val="20000"/>
              </a:spcBef>
              <a:buFontTx/>
              <a:buNone/>
              <a:defRPr sz="8200" kern="1200">
                <a:solidFill>
                  <a:schemeClr val="tx1"/>
                </a:solidFill>
                <a:latin typeface="+mn-lt"/>
                <a:ea typeface="+mn-ea"/>
                <a:cs typeface="+mn-cs"/>
              </a:defRPr>
            </a:lvl4pPr>
            <a:lvl5pPr marL="7522172" indent="0" algn="l" defTabSz="3761086" rtl="0" eaLnBrk="1" latinLnBrk="0" hangingPunct="1">
              <a:spcBef>
                <a:spcPct val="20000"/>
              </a:spcBef>
              <a:buFontTx/>
              <a:buNone/>
              <a:defRPr sz="8200" kern="1200">
                <a:solidFill>
                  <a:schemeClr val="tx1"/>
                </a:solidFill>
                <a:latin typeface="+mn-lt"/>
                <a:ea typeface="+mn-ea"/>
                <a:cs typeface="+mn-cs"/>
              </a:defRPr>
            </a:lvl5pPr>
            <a:lvl6pPr marL="10342988" indent="-940272" algn="l" defTabSz="3761086" rtl="0" eaLnBrk="1" latinLnBrk="0" hangingPunct="1">
              <a:spcBef>
                <a:spcPct val="20000"/>
              </a:spcBef>
              <a:buFont typeface="Arial" pitchFamily="34" charset="0"/>
              <a:buChar char="•"/>
              <a:defRPr sz="8200" kern="1200">
                <a:solidFill>
                  <a:schemeClr val="tx1"/>
                </a:solidFill>
                <a:latin typeface="+mn-lt"/>
                <a:ea typeface="+mn-ea"/>
                <a:cs typeface="+mn-cs"/>
              </a:defRPr>
            </a:lvl6pPr>
            <a:lvl7pPr marL="12223531" indent="-940272" algn="l" defTabSz="3761086" rtl="0" eaLnBrk="1" latinLnBrk="0" hangingPunct="1">
              <a:spcBef>
                <a:spcPct val="20000"/>
              </a:spcBef>
              <a:buFont typeface="Arial" pitchFamily="34" charset="0"/>
              <a:buChar char="•"/>
              <a:defRPr sz="8200" kern="1200">
                <a:solidFill>
                  <a:schemeClr val="tx1"/>
                </a:solidFill>
                <a:latin typeface="+mn-lt"/>
                <a:ea typeface="+mn-ea"/>
                <a:cs typeface="+mn-cs"/>
              </a:defRPr>
            </a:lvl7pPr>
            <a:lvl8pPr marL="14104074" indent="-940272" algn="l" defTabSz="3761086" rtl="0" eaLnBrk="1" latinLnBrk="0" hangingPunct="1">
              <a:spcBef>
                <a:spcPct val="20000"/>
              </a:spcBef>
              <a:buFont typeface="Arial" pitchFamily="34" charset="0"/>
              <a:buChar char="•"/>
              <a:defRPr sz="8200" kern="1200">
                <a:solidFill>
                  <a:schemeClr val="tx1"/>
                </a:solidFill>
                <a:latin typeface="+mn-lt"/>
                <a:ea typeface="+mn-ea"/>
                <a:cs typeface="+mn-cs"/>
              </a:defRPr>
            </a:lvl8pPr>
            <a:lvl9pPr marL="15984617" indent="-940272" algn="l" defTabSz="3761086" rtl="0" eaLnBrk="1" latinLnBrk="0" hangingPunct="1">
              <a:spcBef>
                <a:spcPct val="20000"/>
              </a:spcBef>
              <a:buFont typeface="Arial" pitchFamily="34" charset="0"/>
              <a:buChar char="•"/>
              <a:defRPr sz="8200" kern="1200">
                <a:solidFill>
                  <a:schemeClr val="tx1"/>
                </a:solidFill>
                <a:latin typeface="+mn-lt"/>
                <a:ea typeface="+mn-ea"/>
                <a:cs typeface="+mn-cs"/>
              </a:defRPr>
            </a:lvl9pPr>
          </a:lstStyle>
          <a:p>
            <a:pPr algn="ctr" defTabSz="2820815">
              <a:spcBef>
                <a:spcPct val="20000"/>
              </a:spcBef>
              <a:defRPr/>
            </a:pPr>
            <a:r>
              <a:rPr lang="en-US" sz="7000" dirty="0">
                <a:solidFill>
                  <a:schemeClr val="bg1"/>
                </a:solidFill>
                <a:latin typeface="Amaranth" panose="02000503050000020004" pitchFamily="2" charset="0"/>
              </a:rPr>
              <a:t>Autonomous Car with Reinforcement Learning</a:t>
            </a:r>
          </a:p>
        </p:txBody>
      </p:sp>
      <p:sp>
        <p:nvSpPr>
          <p:cNvPr id="18" name="Text Placeholder 5">
            <a:extLst>
              <a:ext uri="{FF2B5EF4-FFF2-40B4-BE49-F238E27FC236}">
                <a16:creationId xmlns:a16="http://schemas.microsoft.com/office/drawing/2014/main" id="{ED235A1B-42BF-4F24-80BC-47A0B3B251F1}"/>
              </a:ext>
            </a:extLst>
          </p:cNvPr>
          <p:cNvSpPr txBox="1"/>
          <p:nvPr/>
        </p:nvSpPr>
        <p:spPr>
          <a:xfrm>
            <a:off x="2743200" y="2192976"/>
            <a:ext cx="27432000" cy="2616101"/>
          </a:xfrm>
          <a:prstGeom prst="rect">
            <a:avLst/>
          </a:prstGeom>
        </p:spPr>
        <p:txBody>
          <a:bodyPr lIns="0" tIns="0" rIns="0" bIns="0">
            <a:spAutoFit/>
          </a:bodyPr>
          <a:lstStyle>
            <a:defPPr>
              <a:defRPr kern="1200"/>
            </a:defPPr>
            <a:lvl1pPr marL="0" marR="0" indent="0" algn="l" defTabSz="3761086" rtl="0" eaLnBrk="1" fontAlgn="auto" latinLnBrk="0" hangingPunct="1">
              <a:lnSpc>
                <a:spcPct val="100000"/>
              </a:lnSpc>
              <a:spcBef>
                <a:spcPct val="20000"/>
              </a:spcBef>
              <a:spcAft>
                <a:spcPct val="0"/>
              </a:spcAft>
              <a:buClrTx/>
              <a:buSzTx/>
              <a:buFont typeface="Arial" pitchFamily="34" charset="0"/>
              <a:buNone/>
              <a:defRPr sz="6000" kern="1200" baseline="0">
                <a:solidFill>
                  <a:schemeClr val="tx2"/>
                </a:solidFill>
                <a:latin typeface="Franklin Gothic Heavy" pitchFamily="34" charset="0"/>
                <a:ea typeface="+mn-ea"/>
                <a:cs typeface="+mn-cs"/>
              </a:defRPr>
            </a:lvl1pPr>
            <a:lvl2pPr marL="1880543" indent="0" algn="l" defTabSz="3761086" rtl="0" eaLnBrk="1" latinLnBrk="0" hangingPunct="1">
              <a:spcBef>
                <a:spcPct val="20000"/>
              </a:spcBef>
              <a:buFontTx/>
              <a:buNone/>
              <a:defRPr sz="11500" kern="1200">
                <a:solidFill>
                  <a:schemeClr val="tx1"/>
                </a:solidFill>
                <a:latin typeface="+mn-lt"/>
                <a:ea typeface="+mn-ea"/>
                <a:cs typeface="+mn-cs"/>
              </a:defRPr>
            </a:lvl2pPr>
            <a:lvl3pPr marL="3761086" indent="0" algn="l" defTabSz="3761086" rtl="0" eaLnBrk="1" latinLnBrk="0" hangingPunct="1">
              <a:spcBef>
                <a:spcPct val="20000"/>
              </a:spcBef>
              <a:buFontTx/>
              <a:buNone/>
              <a:defRPr sz="9900" kern="1200">
                <a:solidFill>
                  <a:schemeClr val="tx1"/>
                </a:solidFill>
                <a:latin typeface="+mn-lt"/>
                <a:ea typeface="+mn-ea"/>
                <a:cs typeface="+mn-cs"/>
              </a:defRPr>
            </a:lvl3pPr>
            <a:lvl4pPr marL="5641629" indent="0" algn="l" defTabSz="3761086" rtl="0" eaLnBrk="1" latinLnBrk="0" hangingPunct="1">
              <a:spcBef>
                <a:spcPct val="20000"/>
              </a:spcBef>
              <a:buFontTx/>
              <a:buNone/>
              <a:defRPr sz="8200" kern="1200">
                <a:solidFill>
                  <a:schemeClr val="tx1"/>
                </a:solidFill>
                <a:latin typeface="+mn-lt"/>
                <a:ea typeface="+mn-ea"/>
                <a:cs typeface="+mn-cs"/>
              </a:defRPr>
            </a:lvl4pPr>
            <a:lvl5pPr marL="7522172" indent="0" algn="l" defTabSz="3761086" rtl="0" eaLnBrk="1" latinLnBrk="0" hangingPunct="1">
              <a:spcBef>
                <a:spcPct val="20000"/>
              </a:spcBef>
              <a:buFontTx/>
              <a:buNone/>
              <a:defRPr sz="8200" kern="1200">
                <a:solidFill>
                  <a:schemeClr val="tx1"/>
                </a:solidFill>
                <a:latin typeface="+mn-lt"/>
                <a:ea typeface="+mn-ea"/>
                <a:cs typeface="+mn-cs"/>
              </a:defRPr>
            </a:lvl5pPr>
            <a:lvl6pPr marL="10342988" indent="-940272" algn="l" defTabSz="3761086" rtl="0" eaLnBrk="1" latinLnBrk="0" hangingPunct="1">
              <a:spcBef>
                <a:spcPct val="20000"/>
              </a:spcBef>
              <a:buFont typeface="Arial" pitchFamily="34" charset="0"/>
              <a:buChar char="•"/>
              <a:defRPr sz="8200" kern="1200">
                <a:solidFill>
                  <a:schemeClr val="tx1"/>
                </a:solidFill>
                <a:latin typeface="+mn-lt"/>
                <a:ea typeface="+mn-ea"/>
                <a:cs typeface="+mn-cs"/>
              </a:defRPr>
            </a:lvl6pPr>
            <a:lvl7pPr marL="12223531" indent="-940272" algn="l" defTabSz="3761086" rtl="0" eaLnBrk="1" latinLnBrk="0" hangingPunct="1">
              <a:spcBef>
                <a:spcPct val="20000"/>
              </a:spcBef>
              <a:buFont typeface="Arial" pitchFamily="34" charset="0"/>
              <a:buChar char="•"/>
              <a:defRPr sz="8200" kern="1200">
                <a:solidFill>
                  <a:schemeClr val="tx1"/>
                </a:solidFill>
                <a:latin typeface="+mn-lt"/>
                <a:ea typeface="+mn-ea"/>
                <a:cs typeface="+mn-cs"/>
              </a:defRPr>
            </a:lvl7pPr>
            <a:lvl8pPr marL="14104074" indent="-940272" algn="l" defTabSz="3761086" rtl="0" eaLnBrk="1" latinLnBrk="0" hangingPunct="1">
              <a:spcBef>
                <a:spcPct val="20000"/>
              </a:spcBef>
              <a:buFont typeface="Arial" pitchFamily="34" charset="0"/>
              <a:buChar char="•"/>
              <a:defRPr sz="8200" kern="1200">
                <a:solidFill>
                  <a:schemeClr val="tx1"/>
                </a:solidFill>
                <a:latin typeface="+mn-lt"/>
                <a:ea typeface="+mn-ea"/>
                <a:cs typeface="+mn-cs"/>
              </a:defRPr>
            </a:lvl8pPr>
            <a:lvl9pPr marL="15984617" indent="-940272" algn="l" defTabSz="3761086" rtl="0" eaLnBrk="1" latinLnBrk="0" hangingPunct="1">
              <a:spcBef>
                <a:spcPct val="20000"/>
              </a:spcBef>
              <a:buFont typeface="Arial" pitchFamily="34" charset="0"/>
              <a:buChar char="•"/>
              <a:defRPr sz="8200" kern="1200">
                <a:solidFill>
                  <a:schemeClr val="tx1"/>
                </a:solidFill>
                <a:latin typeface="+mn-lt"/>
                <a:ea typeface="+mn-ea"/>
                <a:cs typeface="+mn-cs"/>
              </a:defRPr>
            </a:lvl9pPr>
          </a:lstStyle>
          <a:p>
            <a:pPr algn="ctr">
              <a:defRPr/>
            </a:pPr>
            <a:r>
              <a:rPr lang="tr-TR" sz="5000" dirty="0">
                <a:solidFill>
                  <a:schemeClr val="bg1"/>
                </a:solidFill>
                <a:latin typeface="Titillium Web" panose="00000500000000000000" pitchFamily="2" charset="0"/>
                <a:cs typeface="Arial" pitchFamily="34" charset="0"/>
              </a:rPr>
              <a:t>Mehmet Efe KAPISIZ</a:t>
            </a:r>
            <a:endParaRPr lang="en-US" sz="5000" dirty="0">
              <a:solidFill>
                <a:schemeClr val="bg1"/>
              </a:solidFill>
              <a:latin typeface="Titillium Web" panose="00000500000000000000" pitchFamily="2" charset="0"/>
              <a:cs typeface="Arial" pitchFamily="34" charset="0"/>
            </a:endParaRPr>
          </a:p>
          <a:p>
            <a:pPr algn="ctr">
              <a:defRPr/>
            </a:pPr>
            <a:r>
              <a:rPr lang="tr-TR" sz="5000" dirty="0">
                <a:solidFill>
                  <a:schemeClr val="bg1"/>
                </a:solidFill>
                <a:latin typeface="Titillium Web" panose="00000500000000000000" pitchFamily="2" charset="0"/>
                <a:cs typeface="Arial" pitchFamily="34" charset="0"/>
              </a:rPr>
              <a:t>Prof. Dr. Ziya KARAKAYA</a:t>
            </a:r>
            <a:endParaRPr lang="en-US" sz="5000" dirty="0">
              <a:solidFill>
                <a:schemeClr val="bg1"/>
              </a:solidFill>
              <a:latin typeface="Titillium Web" panose="00000500000000000000" pitchFamily="2" charset="0"/>
              <a:cs typeface="Arial" pitchFamily="34" charset="0"/>
            </a:endParaRPr>
          </a:p>
          <a:p>
            <a:pPr algn="ctr">
              <a:defRPr/>
            </a:pPr>
            <a:r>
              <a:rPr lang="en-US" sz="5000" dirty="0">
                <a:solidFill>
                  <a:schemeClr val="bg1"/>
                </a:solidFill>
                <a:latin typeface="Titillium Web" panose="00000500000000000000" pitchFamily="2" charset="0"/>
                <a:cs typeface="Arial" pitchFamily="34" charset="0"/>
              </a:rPr>
              <a:t>Department of Computer Engineering, CENG 496</a:t>
            </a:r>
          </a:p>
        </p:txBody>
      </p:sp>
      <p:sp>
        <p:nvSpPr>
          <p:cNvPr id="23" name="TextBox 19">
            <a:extLst>
              <a:ext uri="{FF2B5EF4-FFF2-40B4-BE49-F238E27FC236}">
                <a16:creationId xmlns:a16="http://schemas.microsoft.com/office/drawing/2014/main" id="{9247D261-80E6-4008-A48F-EE2502170D44}"/>
              </a:ext>
            </a:extLst>
          </p:cNvPr>
          <p:cNvSpPr txBox="1">
            <a:spLocks noChangeArrowheads="1"/>
          </p:cNvSpPr>
          <p:nvPr/>
        </p:nvSpPr>
        <p:spPr bwMode="auto">
          <a:xfrm>
            <a:off x="839551" y="11589814"/>
            <a:ext cx="17524653" cy="4378105"/>
          </a:xfrm>
          <a:prstGeom prst="rect">
            <a:avLst/>
          </a:prstGeom>
          <a:solidFill>
            <a:srgbClr val="F0F0F0"/>
          </a:solidFill>
          <a:ln>
            <a:noFill/>
          </a:ln>
        </p:spPr>
        <p:txBody>
          <a:bodyPr wrap="square" lIns="68564" tIns="34282" rIns="68564" bIns="34282">
            <a:spAutoFit/>
          </a:bodyPr>
          <a:lstStyle>
            <a:defPPr>
              <a:defRPr kern="1200"/>
            </a:defPPr>
            <a:lvl1pPr eaLnBrk="0" hangingPunct="0">
              <a:defRPr sz="2000">
                <a:solidFill>
                  <a:schemeClr val="tx1"/>
                </a:solidFill>
                <a:latin typeface="Arial"/>
                <a:ea typeface="ＭＳ Ｐゴシック" pitchFamily="-106" charset="-128"/>
              </a:defRPr>
            </a:lvl1pPr>
            <a:lvl2pPr eaLnBrk="0" hangingPunct="0">
              <a:defRPr sz="2000">
                <a:solidFill>
                  <a:schemeClr val="tx1"/>
                </a:solidFill>
                <a:latin typeface="Arial"/>
                <a:ea typeface="ＭＳ Ｐゴシック" pitchFamily="-106" charset="-128"/>
              </a:defRPr>
            </a:lvl2pPr>
            <a:lvl3pPr marL="1143000" indent="-228600" eaLnBrk="0" hangingPunct="0">
              <a:defRPr sz="2000">
                <a:solidFill>
                  <a:schemeClr val="tx1"/>
                </a:solidFill>
                <a:latin typeface="Arial"/>
                <a:ea typeface="ＭＳ Ｐゴシック" pitchFamily="-106" charset="-128"/>
              </a:defRPr>
            </a:lvl3pPr>
            <a:lvl4pPr marL="1600200" indent="-228600" eaLnBrk="0" hangingPunct="0">
              <a:defRPr sz="2000">
                <a:solidFill>
                  <a:schemeClr val="tx1"/>
                </a:solidFill>
                <a:latin typeface="Arial"/>
                <a:ea typeface="ＭＳ Ｐゴシック" pitchFamily="-106" charset="-128"/>
              </a:defRPr>
            </a:lvl4pPr>
            <a:lvl5pPr marL="2057400" indent="-228600" eaLnBrk="0" hangingPunct="0">
              <a:defRPr sz="2000">
                <a:solidFill>
                  <a:schemeClr val="tx1"/>
                </a:solidFill>
                <a:latin typeface="Arial"/>
                <a:ea typeface="ＭＳ Ｐゴシック" pitchFamily="-106" charset="-128"/>
              </a:defRPr>
            </a:lvl5pPr>
            <a:lvl6pPr marL="2514600" indent="-228600" eaLnBrk="0" fontAlgn="base" hangingPunct="0">
              <a:spcBef>
                <a:spcPct val="0"/>
              </a:spcBef>
              <a:spcAft>
                <a:spcPct val="0"/>
              </a:spcAft>
              <a:defRPr sz="2000">
                <a:solidFill>
                  <a:schemeClr val="tx1"/>
                </a:solidFill>
                <a:latin typeface="Arial"/>
                <a:ea typeface="ＭＳ Ｐゴシック" pitchFamily="-106" charset="-128"/>
              </a:defRPr>
            </a:lvl6pPr>
            <a:lvl7pPr marL="2971800" indent="-228600" eaLnBrk="0" fontAlgn="base" hangingPunct="0">
              <a:spcBef>
                <a:spcPct val="0"/>
              </a:spcBef>
              <a:spcAft>
                <a:spcPct val="0"/>
              </a:spcAft>
              <a:defRPr sz="2000">
                <a:solidFill>
                  <a:schemeClr val="tx1"/>
                </a:solidFill>
                <a:latin typeface="Arial"/>
                <a:ea typeface="ＭＳ Ｐゴシック" pitchFamily="-106" charset="-128"/>
              </a:defRPr>
            </a:lvl7pPr>
            <a:lvl8pPr marL="3429000" indent="-228600" eaLnBrk="0" fontAlgn="base" hangingPunct="0">
              <a:spcBef>
                <a:spcPct val="0"/>
              </a:spcBef>
              <a:spcAft>
                <a:spcPct val="0"/>
              </a:spcAft>
              <a:defRPr sz="2000">
                <a:solidFill>
                  <a:schemeClr val="tx1"/>
                </a:solidFill>
                <a:latin typeface="Arial"/>
                <a:ea typeface="ＭＳ Ｐゴシック" pitchFamily="-106" charset="-128"/>
              </a:defRPr>
            </a:lvl8pPr>
            <a:lvl9pPr marL="3886200" indent="-228600" eaLnBrk="0" fontAlgn="base" hangingPunct="0">
              <a:spcBef>
                <a:spcPct val="0"/>
              </a:spcBef>
              <a:spcAft>
                <a:spcPct val="0"/>
              </a:spcAft>
              <a:defRPr sz="2000">
                <a:solidFill>
                  <a:schemeClr val="tx1"/>
                </a:solidFill>
                <a:latin typeface="Arial"/>
                <a:ea typeface="ＭＳ Ｐゴシック" pitchFamily="-106" charset="-128"/>
              </a:defRPr>
            </a:lvl9pPr>
          </a:lstStyle>
          <a:p>
            <a:pPr algn="just"/>
            <a:r>
              <a:rPr lang="tr-TR" sz="4000" dirty="0">
                <a:latin typeface="Helvetica" panose="020B0604020202020204" pitchFamily="34" charset="0"/>
                <a:ea typeface="Tahoma" panose="020B0604030504040204" pitchFamily="34" charset="0"/>
                <a:cs typeface="Helvetica" panose="020B0604020202020204" pitchFamily="34" charset="0"/>
              </a:rPr>
              <a:t>	</a:t>
            </a:r>
            <a:r>
              <a:rPr lang="en-US" sz="4000" dirty="0">
                <a:latin typeface="Helvetica" panose="020B0604020202020204" pitchFamily="34" charset="0"/>
                <a:ea typeface="Tahoma" panose="020B0604030504040204" pitchFamily="34" charset="0"/>
                <a:cs typeface="Helvetica" panose="020B0604020202020204" pitchFamily="34" charset="0"/>
              </a:rPr>
              <a:t>The primary objective of this project is to develop a</a:t>
            </a:r>
            <a:r>
              <a:rPr lang="tr-TR" sz="4000" dirty="0">
                <a:latin typeface="Helvetica" panose="020B0604020202020204" pitchFamily="34" charset="0"/>
                <a:ea typeface="Tahoma" panose="020B0604030504040204" pitchFamily="34" charset="0"/>
                <a:cs typeface="Helvetica" panose="020B0604020202020204" pitchFamily="34" charset="0"/>
              </a:rPr>
              <a:t>n </a:t>
            </a:r>
            <a:r>
              <a:rPr lang="en-US" sz="4000" dirty="0">
                <a:latin typeface="Helvetica" panose="020B0604020202020204" pitchFamily="34" charset="0"/>
                <a:ea typeface="Tahoma" panose="020B0604030504040204" pitchFamily="34" charset="0"/>
                <a:cs typeface="Helvetica" panose="020B0604020202020204" pitchFamily="34" charset="0"/>
              </a:rPr>
              <a:t>autonomous navigation policy capable of traversing dynamic</a:t>
            </a:r>
            <a:r>
              <a:rPr lang="tr-TR" sz="4000" dirty="0">
                <a:latin typeface="Helvetica" panose="020B0604020202020204" pitchFamily="34" charset="0"/>
                <a:ea typeface="Tahoma" panose="020B0604030504040204" pitchFamily="34" charset="0"/>
                <a:cs typeface="Helvetica" panose="020B0604020202020204" pitchFamily="34" charset="0"/>
              </a:rPr>
              <a:t> </a:t>
            </a:r>
            <a:r>
              <a:rPr lang="en-US" sz="4000" dirty="0">
                <a:latin typeface="Helvetica" panose="020B0604020202020204" pitchFamily="34" charset="0"/>
                <a:ea typeface="Tahoma" panose="020B0604030504040204" pitchFamily="34" charset="0"/>
                <a:cs typeface="Helvetica" panose="020B0604020202020204" pitchFamily="34" charset="0"/>
              </a:rPr>
              <a:t>environments. T</a:t>
            </a:r>
            <a:r>
              <a:rPr lang="tr-TR" sz="4000" dirty="0">
                <a:latin typeface="Helvetica" panose="020B0604020202020204" pitchFamily="34" charset="0"/>
                <a:ea typeface="Tahoma" panose="020B0604030504040204" pitchFamily="34" charset="0"/>
                <a:cs typeface="Helvetica" panose="020B0604020202020204" pitchFamily="34" charset="0"/>
              </a:rPr>
              <a:t>he </a:t>
            </a:r>
            <a:r>
              <a:rPr lang="en-US" sz="4000" dirty="0">
                <a:latin typeface="Helvetica" panose="020B0604020202020204" pitchFamily="34" charset="0"/>
                <a:ea typeface="Tahoma" panose="020B0604030504040204" pitchFamily="34" charset="0"/>
                <a:cs typeface="Helvetica" panose="020B0604020202020204" pitchFamily="34" charset="0"/>
              </a:rPr>
              <a:t>project employs a Curriculum Learning pipeline to scaffold obstacle difficulty progressively. Within this structure, we evaluate Proximal Policy Optimization (PPO)</a:t>
            </a:r>
            <a:r>
              <a:rPr lang="tr-TR" sz="4000" dirty="0">
                <a:latin typeface="Helvetica" panose="020B0604020202020204" pitchFamily="34" charset="0"/>
                <a:ea typeface="Tahoma" panose="020B0604030504040204" pitchFamily="34" charset="0"/>
                <a:cs typeface="Helvetica" panose="020B0604020202020204" pitchFamily="34" charset="0"/>
              </a:rPr>
              <a:t> </a:t>
            </a:r>
            <a:r>
              <a:rPr lang="en-US" sz="4000" dirty="0">
                <a:latin typeface="Helvetica" panose="020B0604020202020204" pitchFamily="34" charset="0"/>
                <a:ea typeface="Tahoma" panose="020B0604030504040204" pitchFamily="34" charset="0"/>
                <a:cs typeface="Helvetica" panose="020B0604020202020204" pitchFamily="34" charset="0"/>
              </a:rPr>
              <a:t>against Soft Actor-Critic (SAC) to identify the optimal training framework.</a:t>
            </a:r>
            <a:r>
              <a:rPr lang="tr-TR" sz="4000" dirty="0">
                <a:latin typeface="Helvetica" panose="020B0604020202020204" pitchFamily="34" charset="0"/>
                <a:ea typeface="Tahoma" panose="020B0604030504040204" pitchFamily="34" charset="0"/>
                <a:cs typeface="Helvetica" panose="020B0604020202020204" pitchFamily="34" charset="0"/>
              </a:rPr>
              <a:t> </a:t>
            </a:r>
            <a:r>
              <a:rPr lang="en-US" sz="4000" dirty="0">
                <a:latin typeface="Helvetica" panose="020B0604020202020204" pitchFamily="34" charset="0"/>
                <a:ea typeface="Tahoma" panose="020B0604030504040204" pitchFamily="34" charset="0"/>
                <a:cs typeface="Helvetica" panose="020B0604020202020204" pitchFamily="34" charset="0"/>
              </a:rPr>
              <a:t>Our central hypothesis is that PPO will yield better performance compared to SAC</a:t>
            </a:r>
            <a:r>
              <a:rPr lang="tr-TR" sz="4000" dirty="0">
                <a:latin typeface="Helvetica" panose="020B0604020202020204" pitchFamily="34" charset="0"/>
                <a:ea typeface="Tahoma" panose="020B0604030504040204" pitchFamily="34" charset="0"/>
                <a:cs typeface="Helvetica" panose="020B0604020202020204" pitchFamily="34" charset="0"/>
              </a:rPr>
              <a:t>.</a:t>
            </a:r>
          </a:p>
        </p:txBody>
      </p:sp>
      <p:sp>
        <p:nvSpPr>
          <p:cNvPr id="29" name="TextBox 19">
            <a:extLst>
              <a:ext uri="{FF2B5EF4-FFF2-40B4-BE49-F238E27FC236}">
                <a16:creationId xmlns:a16="http://schemas.microsoft.com/office/drawing/2014/main" id="{61C38A20-F85F-4744-B6CC-BB3A40663090}"/>
              </a:ext>
            </a:extLst>
          </p:cNvPr>
          <p:cNvSpPr txBox="1">
            <a:spLocks noChangeArrowheads="1"/>
          </p:cNvSpPr>
          <p:nvPr/>
        </p:nvSpPr>
        <p:spPr bwMode="auto">
          <a:xfrm>
            <a:off x="839546" y="29559566"/>
            <a:ext cx="31239298" cy="3146999"/>
          </a:xfrm>
          <a:prstGeom prst="rect">
            <a:avLst/>
          </a:prstGeom>
          <a:solidFill>
            <a:srgbClr val="F0F0F0"/>
          </a:solidFill>
          <a:ln>
            <a:noFill/>
          </a:ln>
        </p:spPr>
        <p:txBody>
          <a:bodyPr wrap="square" lIns="68564" tIns="34282" rIns="68564" bIns="34282">
            <a:spAutoFit/>
          </a:bodyPr>
          <a:lstStyle>
            <a:defPPr>
              <a:defRPr kern="1200"/>
            </a:defPPr>
            <a:lvl1pPr eaLnBrk="0" hangingPunct="0">
              <a:defRPr sz="2000">
                <a:solidFill>
                  <a:schemeClr val="tx1"/>
                </a:solidFill>
                <a:latin typeface="Arial"/>
                <a:ea typeface="ＭＳ Ｐゴシック" pitchFamily="-106" charset="-128"/>
              </a:defRPr>
            </a:lvl1pPr>
            <a:lvl2pPr eaLnBrk="0" hangingPunct="0">
              <a:defRPr sz="2000">
                <a:solidFill>
                  <a:schemeClr val="tx1"/>
                </a:solidFill>
                <a:latin typeface="Arial"/>
                <a:ea typeface="ＭＳ Ｐゴシック" pitchFamily="-106" charset="-128"/>
              </a:defRPr>
            </a:lvl2pPr>
            <a:lvl3pPr marL="1143000" indent="-228600" eaLnBrk="0" hangingPunct="0">
              <a:defRPr sz="2000">
                <a:solidFill>
                  <a:schemeClr val="tx1"/>
                </a:solidFill>
                <a:latin typeface="Arial"/>
                <a:ea typeface="ＭＳ Ｐゴシック" pitchFamily="-106" charset="-128"/>
              </a:defRPr>
            </a:lvl3pPr>
            <a:lvl4pPr marL="1600200" indent="-228600" eaLnBrk="0" hangingPunct="0">
              <a:defRPr sz="2000">
                <a:solidFill>
                  <a:schemeClr val="tx1"/>
                </a:solidFill>
                <a:latin typeface="Arial"/>
                <a:ea typeface="ＭＳ Ｐゴシック" pitchFamily="-106" charset="-128"/>
              </a:defRPr>
            </a:lvl4pPr>
            <a:lvl5pPr marL="2057400" indent="-228600" eaLnBrk="0" hangingPunct="0">
              <a:defRPr sz="2000">
                <a:solidFill>
                  <a:schemeClr val="tx1"/>
                </a:solidFill>
                <a:latin typeface="Arial"/>
                <a:ea typeface="ＭＳ Ｐゴシック" pitchFamily="-106" charset="-128"/>
              </a:defRPr>
            </a:lvl5pPr>
            <a:lvl6pPr marL="2514600" indent="-228600" eaLnBrk="0" fontAlgn="base" hangingPunct="0">
              <a:spcBef>
                <a:spcPct val="0"/>
              </a:spcBef>
              <a:spcAft>
                <a:spcPct val="0"/>
              </a:spcAft>
              <a:defRPr sz="2000">
                <a:solidFill>
                  <a:schemeClr val="tx1"/>
                </a:solidFill>
                <a:latin typeface="Arial"/>
                <a:ea typeface="ＭＳ Ｐゴシック" pitchFamily="-106" charset="-128"/>
              </a:defRPr>
            </a:lvl6pPr>
            <a:lvl7pPr marL="2971800" indent="-228600" eaLnBrk="0" fontAlgn="base" hangingPunct="0">
              <a:spcBef>
                <a:spcPct val="0"/>
              </a:spcBef>
              <a:spcAft>
                <a:spcPct val="0"/>
              </a:spcAft>
              <a:defRPr sz="2000">
                <a:solidFill>
                  <a:schemeClr val="tx1"/>
                </a:solidFill>
                <a:latin typeface="Arial"/>
                <a:ea typeface="ＭＳ Ｐゴシック" pitchFamily="-106" charset="-128"/>
              </a:defRPr>
            </a:lvl7pPr>
            <a:lvl8pPr marL="3429000" indent="-228600" eaLnBrk="0" fontAlgn="base" hangingPunct="0">
              <a:spcBef>
                <a:spcPct val="0"/>
              </a:spcBef>
              <a:spcAft>
                <a:spcPct val="0"/>
              </a:spcAft>
              <a:defRPr sz="2000">
                <a:solidFill>
                  <a:schemeClr val="tx1"/>
                </a:solidFill>
                <a:latin typeface="Arial"/>
                <a:ea typeface="ＭＳ Ｐゴシック" pitchFamily="-106" charset="-128"/>
              </a:defRPr>
            </a:lvl8pPr>
            <a:lvl9pPr marL="3886200" indent="-228600" eaLnBrk="0" fontAlgn="base" hangingPunct="0">
              <a:spcBef>
                <a:spcPct val="0"/>
              </a:spcBef>
              <a:spcAft>
                <a:spcPct val="0"/>
              </a:spcAft>
              <a:defRPr sz="2000">
                <a:solidFill>
                  <a:schemeClr val="tx1"/>
                </a:solidFill>
                <a:latin typeface="Arial"/>
                <a:ea typeface="ＭＳ Ｐゴシック" pitchFamily="-106" charset="-128"/>
              </a:defRPr>
            </a:lvl9pPr>
          </a:lstStyle>
          <a:p>
            <a:pPr algn="just"/>
            <a:r>
              <a:rPr lang="tr-TR" sz="4000" dirty="0">
                <a:latin typeface="Helvetica" panose="020B0604020202020204" pitchFamily="34" charset="0"/>
                <a:ea typeface="Tahoma" panose="020B0604030504040204" pitchFamily="34" charset="0"/>
                <a:cs typeface="Helvetica" panose="020B0604020202020204" pitchFamily="34" charset="0"/>
              </a:rPr>
              <a:t>	</a:t>
            </a:r>
            <a:r>
              <a:rPr lang="en-US" sz="4000" dirty="0">
                <a:latin typeface="Helvetica" panose="020B0604020202020204" pitchFamily="34" charset="0"/>
                <a:ea typeface="Tahoma" panose="020B0604030504040204" pitchFamily="34" charset="0"/>
                <a:cs typeface="Helvetica" panose="020B0604020202020204" pitchFamily="34" charset="0"/>
              </a:rPr>
              <a:t>PPO demonstrated superior performance over SAC in this setting; while SAC’s off-policy design prioritizes sample efficiency, PPO’s clipped objective function proved essential for maintaining gradient stability during high-variance physical interactions. </a:t>
            </a:r>
            <a:endParaRPr lang="tr-TR" sz="4000" dirty="0">
              <a:latin typeface="Helvetica" panose="020B0604020202020204" pitchFamily="34" charset="0"/>
              <a:ea typeface="Tahoma" panose="020B0604030504040204" pitchFamily="34" charset="0"/>
              <a:cs typeface="Helvetica" panose="020B0604020202020204" pitchFamily="34" charset="0"/>
            </a:endParaRPr>
          </a:p>
          <a:p>
            <a:pPr algn="just"/>
            <a:r>
              <a:rPr lang="tr-TR" sz="4000" dirty="0">
                <a:latin typeface="Helvetica" panose="020B0604020202020204" pitchFamily="34" charset="0"/>
                <a:ea typeface="Tahoma" panose="020B0604030504040204" pitchFamily="34" charset="0"/>
                <a:cs typeface="Helvetica" panose="020B0604020202020204" pitchFamily="34" charset="0"/>
              </a:rPr>
              <a:t>	</a:t>
            </a:r>
            <a:r>
              <a:rPr lang="en-US" sz="4000" dirty="0">
                <a:latin typeface="Helvetica" panose="020B0604020202020204" pitchFamily="34" charset="0"/>
                <a:ea typeface="Tahoma" panose="020B0604030504040204" pitchFamily="34" charset="0"/>
                <a:cs typeface="Helvetica" panose="020B0604020202020204" pitchFamily="34" charset="0"/>
              </a:rPr>
              <a:t>The successful implementation of a staged Curriculum Learning pipeline, combined with PPO, enabled the agent to achieve robust, generalizable navigation in dynamic environments. This study establishes that policy stability and incremental training stages are foundational requirements for developing reliable autonomous vehicles in unpredictable, stochastic scenarios.</a:t>
            </a:r>
          </a:p>
        </p:txBody>
      </p:sp>
      <p:sp>
        <p:nvSpPr>
          <p:cNvPr id="19" name="TextBox 19">
            <a:extLst>
              <a:ext uri="{FF2B5EF4-FFF2-40B4-BE49-F238E27FC236}">
                <a16:creationId xmlns:a16="http://schemas.microsoft.com/office/drawing/2014/main" id="{B259D497-80B4-4EAC-8538-8496595AAFC2}"/>
              </a:ext>
            </a:extLst>
          </p:cNvPr>
          <p:cNvSpPr txBox="1">
            <a:spLocks noChangeArrowheads="1"/>
          </p:cNvSpPr>
          <p:nvPr/>
        </p:nvSpPr>
        <p:spPr bwMode="auto">
          <a:xfrm>
            <a:off x="839549" y="6718249"/>
            <a:ext cx="17524653" cy="3146999"/>
          </a:xfrm>
          <a:prstGeom prst="rect">
            <a:avLst/>
          </a:prstGeom>
          <a:solidFill>
            <a:srgbClr val="F0F0F0"/>
          </a:solidFill>
          <a:ln>
            <a:noFill/>
          </a:ln>
        </p:spPr>
        <p:txBody>
          <a:bodyPr wrap="square" lIns="68564" tIns="34282" rIns="68564" bIns="34282" anchor="t">
            <a:spAutoFit/>
          </a:bodyPr>
          <a:lstStyle>
            <a:defPPr>
              <a:defRPr kern="1200"/>
            </a:defPPr>
            <a:lvl1pPr eaLnBrk="0" hangingPunct="0">
              <a:defRPr sz="2000">
                <a:solidFill>
                  <a:schemeClr val="tx1"/>
                </a:solidFill>
                <a:latin typeface="Arial"/>
                <a:ea typeface="ＭＳ Ｐゴシック" pitchFamily="-106" charset="-128"/>
              </a:defRPr>
            </a:lvl1pPr>
            <a:lvl2pPr eaLnBrk="0" hangingPunct="0">
              <a:defRPr sz="2000">
                <a:solidFill>
                  <a:schemeClr val="tx1"/>
                </a:solidFill>
                <a:latin typeface="Arial"/>
                <a:ea typeface="ＭＳ Ｐゴシック" pitchFamily="-106" charset="-128"/>
              </a:defRPr>
            </a:lvl2pPr>
            <a:lvl3pPr marL="1143000" indent="-228600" eaLnBrk="0" hangingPunct="0">
              <a:defRPr sz="2000">
                <a:solidFill>
                  <a:schemeClr val="tx1"/>
                </a:solidFill>
                <a:latin typeface="Arial"/>
                <a:ea typeface="ＭＳ Ｐゴシック" pitchFamily="-106" charset="-128"/>
              </a:defRPr>
            </a:lvl3pPr>
            <a:lvl4pPr marL="1600200" indent="-228600" eaLnBrk="0" hangingPunct="0">
              <a:defRPr sz="2000">
                <a:solidFill>
                  <a:schemeClr val="tx1"/>
                </a:solidFill>
                <a:latin typeface="Arial"/>
                <a:ea typeface="ＭＳ Ｐゴシック" pitchFamily="-106" charset="-128"/>
              </a:defRPr>
            </a:lvl4pPr>
            <a:lvl5pPr marL="2057400" indent="-228600" eaLnBrk="0" hangingPunct="0">
              <a:defRPr sz="2000">
                <a:solidFill>
                  <a:schemeClr val="tx1"/>
                </a:solidFill>
                <a:latin typeface="Arial"/>
                <a:ea typeface="ＭＳ Ｐゴシック" pitchFamily="-106" charset="-128"/>
              </a:defRPr>
            </a:lvl5pPr>
            <a:lvl6pPr marL="2514600" indent="-228600" eaLnBrk="0" fontAlgn="base" hangingPunct="0">
              <a:spcBef>
                <a:spcPct val="0"/>
              </a:spcBef>
              <a:spcAft>
                <a:spcPct val="0"/>
              </a:spcAft>
              <a:defRPr sz="2000">
                <a:solidFill>
                  <a:schemeClr val="tx1"/>
                </a:solidFill>
                <a:latin typeface="Arial"/>
                <a:ea typeface="ＭＳ Ｐゴシック" pitchFamily="-106" charset="-128"/>
              </a:defRPr>
            </a:lvl6pPr>
            <a:lvl7pPr marL="2971800" indent="-228600" eaLnBrk="0" fontAlgn="base" hangingPunct="0">
              <a:spcBef>
                <a:spcPct val="0"/>
              </a:spcBef>
              <a:spcAft>
                <a:spcPct val="0"/>
              </a:spcAft>
              <a:defRPr sz="2000">
                <a:solidFill>
                  <a:schemeClr val="tx1"/>
                </a:solidFill>
                <a:latin typeface="Arial"/>
                <a:ea typeface="ＭＳ Ｐゴシック" pitchFamily="-106" charset="-128"/>
              </a:defRPr>
            </a:lvl7pPr>
            <a:lvl8pPr marL="3429000" indent="-228600" eaLnBrk="0" fontAlgn="base" hangingPunct="0">
              <a:spcBef>
                <a:spcPct val="0"/>
              </a:spcBef>
              <a:spcAft>
                <a:spcPct val="0"/>
              </a:spcAft>
              <a:defRPr sz="2000">
                <a:solidFill>
                  <a:schemeClr val="tx1"/>
                </a:solidFill>
                <a:latin typeface="Arial"/>
                <a:ea typeface="ＭＳ Ｐゴシック" pitchFamily="-106" charset="-128"/>
              </a:defRPr>
            </a:lvl8pPr>
            <a:lvl9pPr marL="3886200" indent="-228600" eaLnBrk="0" fontAlgn="base" hangingPunct="0">
              <a:spcBef>
                <a:spcPct val="0"/>
              </a:spcBef>
              <a:spcAft>
                <a:spcPct val="0"/>
              </a:spcAft>
              <a:defRPr sz="2000">
                <a:solidFill>
                  <a:schemeClr val="tx1"/>
                </a:solidFill>
                <a:latin typeface="Arial"/>
                <a:ea typeface="ＭＳ Ｐゴシック" pitchFamily="-106" charset="-128"/>
              </a:defRPr>
            </a:lvl9pPr>
          </a:lstStyle>
          <a:p>
            <a:pPr algn="just"/>
            <a:r>
              <a:rPr lang="tr-TR" sz="4000" dirty="0">
                <a:latin typeface="Helvetica" panose="020B0604020202020204" pitchFamily="34" charset="0"/>
                <a:ea typeface="Tahoma" panose="020B0604030504040204" pitchFamily="34" charset="0"/>
                <a:cs typeface="Helvetica" panose="020B0604020202020204" pitchFamily="34" charset="0"/>
              </a:rPr>
              <a:t>	</a:t>
            </a:r>
            <a:r>
              <a:rPr lang="en-US" sz="4000" dirty="0">
                <a:latin typeface="Helvetica" panose="020B0604020202020204" pitchFamily="34" charset="0"/>
                <a:ea typeface="Tahoma" panose="020B0604030504040204" pitchFamily="34" charset="0"/>
                <a:cs typeface="Helvetica" panose="020B0604020202020204" pitchFamily="34" charset="0"/>
              </a:rPr>
              <a:t>Rule-based autonomous vehicle systems often struggle to adapt to dynamic</a:t>
            </a:r>
            <a:r>
              <a:rPr lang="tr-TR" sz="4000" dirty="0">
                <a:latin typeface="Helvetica" panose="020B0604020202020204" pitchFamily="34" charset="0"/>
                <a:ea typeface="Tahoma" panose="020B0604030504040204" pitchFamily="34" charset="0"/>
                <a:cs typeface="Helvetica" panose="020B0604020202020204" pitchFamily="34" charset="0"/>
              </a:rPr>
              <a:t> </a:t>
            </a:r>
            <a:r>
              <a:rPr lang="en-US" sz="4000" dirty="0">
                <a:latin typeface="Helvetica" panose="020B0604020202020204" pitchFamily="34" charset="0"/>
                <a:ea typeface="Tahoma" panose="020B0604030504040204" pitchFamily="34" charset="0"/>
                <a:cs typeface="Helvetica" panose="020B0604020202020204" pitchFamily="34" charset="0"/>
              </a:rPr>
              <a:t>environments. Reinforcement Learning offers a robust alternative by enabling agents to derive adaptive driving policies through iterative interaction.</a:t>
            </a:r>
            <a:r>
              <a:rPr lang="tr-TR" sz="4000" dirty="0">
                <a:latin typeface="Helvetica" panose="020B0604020202020204" pitchFamily="34" charset="0"/>
                <a:ea typeface="Tahoma" panose="020B0604030504040204" pitchFamily="34" charset="0"/>
                <a:cs typeface="Helvetica" panose="020B0604020202020204" pitchFamily="34" charset="0"/>
              </a:rPr>
              <a:t> </a:t>
            </a:r>
            <a:r>
              <a:rPr lang="en-US" sz="4000" dirty="0">
                <a:latin typeface="Helvetica" panose="020B0604020202020204" pitchFamily="34" charset="0"/>
                <a:ea typeface="Tahoma" panose="020B0604030504040204" pitchFamily="34" charset="0"/>
                <a:cs typeface="Helvetica" panose="020B0604020202020204" pitchFamily="34" charset="0"/>
              </a:rPr>
              <a:t>By leveraging the Unity engine and ML Agents Toolkit, this project develops an autonomous navigation policy.</a:t>
            </a:r>
          </a:p>
        </p:txBody>
      </p:sp>
      <p:pic>
        <p:nvPicPr>
          <p:cNvPr id="20" name="Picture 7" descr="Turkish Aeronautical Association University Logo">
            <a:extLst>
              <a:ext uri="{FF2B5EF4-FFF2-40B4-BE49-F238E27FC236}">
                <a16:creationId xmlns:a16="http://schemas.microsoft.com/office/drawing/2014/main" id="{D96F3449-F80F-BC02-F746-D18EF628A1FE}"/>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617785" y="960110"/>
            <a:ext cx="3657600" cy="3400425"/>
          </a:xfrm>
          <a:prstGeom prst="rect">
            <a:avLst/>
          </a:prstGeom>
          <a:noFill/>
          <a:extLst>
            <a:ext uri="{909E8E84-426E-40DD-AFC4-6F175D3DCCD1}">
              <a14:hiddenFill xmlns:a14="http://schemas.microsoft.com/office/drawing/2010/main">
                <a:solidFill>
                  <a:srgbClr val="FFFFFF"/>
                </a:solidFill>
              </a14:hiddenFill>
            </a:ext>
          </a:extLst>
        </p:spPr>
      </p:pic>
      <p:pic>
        <p:nvPicPr>
          <p:cNvPr id="21" name="Picture 7" descr="Turkish Aeronautical Association University Logo">
            <a:extLst>
              <a:ext uri="{FF2B5EF4-FFF2-40B4-BE49-F238E27FC236}">
                <a16:creationId xmlns:a16="http://schemas.microsoft.com/office/drawing/2014/main" id="{8A388561-D33F-2FB6-DE17-C868A77DD2BF}"/>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27640913" y="960109"/>
            <a:ext cx="3657600" cy="3400425"/>
          </a:xfrm>
          <a:prstGeom prst="rect">
            <a:avLst/>
          </a:prstGeom>
          <a:noFill/>
          <a:extLst>
            <a:ext uri="{909E8E84-426E-40DD-AFC4-6F175D3DCCD1}">
              <a14:hiddenFill xmlns:a14="http://schemas.microsoft.com/office/drawing/2010/main">
                <a:solidFill>
                  <a:srgbClr val="FFFFFF"/>
                </a:solidFill>
              </a14:hiddenFill>
            </a:ext>
          </a:extLst>
        </p:spPr>
      </p:pic>
      <p:sp>
        <p:nvSpPr>
          <p:cNvPr id="25" name="TextBox 26">
            <a:extLst>
              <a:ext uri="{FF2B5EF4-FFF2-40B4-BE49-F238E27FC236}">
                <a16:creationId xmlns:a16="http://schemas.microsoft.com/office/drawing/2014/main" id="{1DA8C840-4C22-77BC-4013-BAE635D6B37D}"/>
              </a:ext>
            </a:extLst>
          </p:cNvPr>
          <p:cNvSpPr txBox="1"/>
          <p:nvPr/>
        </p:nvSpPr>
        <p:spPr>
          <a:xfrm>
            <a:off x="13092244" y="-19786"/>
            <a:ext cx="7579319" cy="461665"/>
          </a:xfrm>
          <a:prstGeom prst="rect">
            <a:avLst/>
          </a:prstGeom>
          <a:noFill/>
        </p:spPr>
        <p:txBody>
          <a:bodyPr wrap="square" rtlCol="0">
            <a:spAutoFit/>
          </a:bodyPr>
          <a:lstStyle>
            <a:defPPr>
              <a:defRPr kern="1200"/>
            </a:defPPr>
          </a:lstStyle>
          <a:p>
            <a:r>
              <a:rPr lang="en-US" sz="2400" dirty="0">
                <a:latin typeface="Montserrat Light" panose="00000400000000000000" pitchFamily="50" charset="0"/>
                <a:ea typeface="Open Sans" panose="020B0606030504020204" pitchFamily="34" charset="0"/>
                <a:cs typeface="Open Sans" panose="020B0606030504020204" pitchFamily="34" charset="0"/>
              </a:rPr>
              <a:t>University of Turkish Aeronautical Association</a:t>
            </a:r>
          </a:p>
        </p:txBody>
      </p:sp>
      <p:sp>
        <p:nvSpPr>
          <p:cNvPr id="11" name="TextBox 34">
            <a:extLst>
              <a:ext uri="{FF2B5EF4-FFF2-40B4-BE49-F238E27FC236}">
                <a16:creationId xmlns:a16="http://schemas.microsoft.com/office/drawing/2014/main" id="{7F791EBC-4B4F-E8B9-55F4-BC8AD17B9C11}"/>
              </a:ext>
            </a:extLst>
          </p:cNvPr>
          <p:cNvSpPr txBox="1"/>
          <p:nvPr/>
        </p:nvSpPr>
        <p:spPr>
          <a:xfrm>
            <a:off x="839546" y="5573515"/>
            <a:ext cx="17524652" cy="923330"/>
          </a:xfrm>
          <a:prstGeom prst="rect">
            <a:avLst/>
          </a:prstGeom>
          <a:ln w="76200">
            <a:solidFill>
              <a:srgbClr val="2A4A70"/>
            </a:solidFill>
          </a:ln>
          <a:effectLst/>
        </p:spPr>
        <p:style>
          <a:lnRef idx="2">
            <a:schemeClr val="dk1"/>
          </a:lnRef>
          <a:fillRef idx="1">
            <a:schemeClr val="lt1"/>
          </a:fillRef>
          <a:effectRef idx="0">
            <a:schemeClr val="dk1"/>
          </a:effectRef>
          <a:fontRef idx="minor">
            <a:schemeClr val="dk1"/>
          </a:fontRef>
        </p:style>
        <p:txBody>
          <a:bodyPr wrap="square" lIns="205740" rIns="205740" rtlCol="0">
            <a:spAutoFit/>
          </a:bodyPr>
          <a:lstStyle/>
          <a:p>
            <a:pPr algn="ctr" defTabSz="3526941">
              <a:defRPr/>
            </a:pPr>
            <a:r>
              <a:rPr lang="tr-TR" sz="5400" dirty="0">
                <a:solidFill>
                  <a:srgbClr val="2A4A70"/>
                </a:solidFill>
                <a:latin typeface="Amaranth" panose="02000503050000020004" pitchFamily="2" charset="0"/>
              </a:rPr>
              <a:t>PROJECT DESCRIPTION</a:t>
            </a:r>
            <a:endParaRPr lang="en-US" sz="5400" dirty="0">
              <a:solidFill>
                <a:srgbClr val="2A4A70"/>
              </a:solidFill>
              <a:latin typeface="Amaranth" panose="02000503050000020004" pitchFamily="2" charset="0"/>
            </a:endParaRPr>
          </a:p>
        </p:txBody>
      </p:sp>
      <p:sp>
        <p:nvSpPr>
          <p:cNvPr id="13" name="TextBox 37">
            <a:extLst>
              <a:ext uri="{FF2B5EF4-FFF2-40B4-BE49-F238E27FC236}">
                <a16:creationId xmlns:a16="http://schemas.microsoft.com/office/drawing/2014/main" id="{FC498079-9B48-B4AA-6DB3-C2A72E92A85F}"/>
              </a:ext>
            </a:extLst>
          </p:cNvPr>
          <p:cNvSpPr txBox="1"/>
          <p:nvPr/>
        </p:nvSpPr>
        <p:spPr>
          <a:xfrm>
            <a:off x="839550" y="10446255"/>
            <a:ext cx="17524653" cy="923330"/>
          </a:xfrm>
          <a:prstGeom prst="rect">
            <a:avLst/>
          </a:prstGeom>
          <a:ln w="76200">
            <a:solidFill>
              <a:srgbClr val="2A4A70"/>
            </a:solidFill>
          </a:ln>
          <a:effectLst/>
        </p:spPr>
        <p:style>
          <a:lnRef idx="2">
            <a:schemeClr val="dk1"/>
          </a:lnRef>
          <a:fillRef idx="1">
            <a:schemeClr val="lt1"/>
          </a:fillRef>
          <a:effectRef idx="0">
            <a:schemeClr val="dk1"/>
          </a:effectRef>
          <a:fontRef idx="minor">
            <a:schemeClr val="dk1"/>
          </a:fontRef>
        </p:style>
        <p:txBody>
          <a:bodyPr wrap="square" lIns="205740" rIns="205740" rtlCol="0">
            <a:spAutoFit/>
          </a:bodyPr>
          <a:lstStyle/>
          <a:p>
            <a:pPr algn="ctr" defTabSz="3526941">
              <a:defRPr/>
            </a:pPr>
            <a:r>
              <a:rPr lang="tr-TR" sz="5400" dirty="0">
                <a:solidFill>
                  <a:srgbClr val="2A4A70"/>
                </a:solidFill>
                <a:latin typeface="Amaranth" panose="02000503050000020004" pitchFamily="2" charset="0"/>
              </a:rPr>
              <a:t>OBJECTIVES</a:t>
            </a:r>
            <a:endParaRPr lang="en-US" sz="5400" dirty="0">
              <a:solidFill>
                <a:srgbClr val="2A4A70"/>
              </a:solidFill>
              <a:latin typeface="Amaranth" panose="02000503050000020004" pitchFamily="2" charset="0"/>
            </a:endParaRPr>
          </a:p>
        </p:txBody>
      </p:sp>
      <p:sp>
        <p:nvSpPr>
          <p:cNvPr id="34" name="TextBox 19">
            <a:extLst>
              <a:ext uri="{FF2B5EF4-FFF2-40B4-BE49-F238E27FC236}">
                <a16:creationId xmlns:a16="http://schemas.microsoft.com/office/drawing/2014/main" id="{5D667742-01E7-E545-858E-AA96566323B0}"/>
              </a:ext>
            </a:extLst>
          </p:cNvPr>
          <p:cNvSpPr txBox="1">
            <a:spLocks noChangeArrowheads="1"/>
          </p:cNvSpPr>
          <p:nvPr/>
        </p:nvSpPr>
        <p:spPr bwMode="auto">
          <a:xfrm>
            <a:off x="839546" y="17775533"/>
            <a:ext cx="17524652" cy="9918084"/>
          </a:xfrm>
          <a:prstGeom prst="rect">
            <a:avLst/>
          </a:prstGeom>
          <a:solidFill>
            <a:srgbClr val="F0F0F0"/>
          </a:solidFill>
          <a:ln>
            <a:noFill/>
          </a:ln>
        </p:spPr>
        <p:txBody>
          <a:bodyPr wrap="square" lIns="68564" tIns="34282" rIns="68564" bIns="34282">
            <a:spAutoFit/>
          </a:bodyPr>
          <a:lstStyle>
            <a:defPPr>
              <a:defRPr kern="1200"/>
            </a:defPPr>
            <a:lvl1pPr eaLnBrk="0" hangingPunct="0">
              <a:defRPr sz="2000">
                <a:solidFill>
                  <a:schemeClr val="tx1"/>
                </a:solidFill>
                <a:latin typeface="Arial"/>
                <a:ea typeface="ＭＳ Ｐゴシック" pitchFamily="-106" charset="-128"/>
              </a:defRPr>
            </a:lvl1pPr>
            <a:lvl2pPr eaLnBrk="0" hangingPunct="0">
              <a:defRPr sz="2000">
                <a:solidFill>
                  <a:schemeClr val="tx1"/>
                </a:solidFill>
                <a:latin typeface="Arial"/>
                <a:ea typeface="ＭＳ Ｐゴシック" pitchFamily="-106" charset="-128"/>
              </a:defRPr>
            </a:lvl2pPr>
            <a:lvl3pPr marL="1143000" indent="-228600" eaLnBrk="0" hangingPunct="0">
              <a:defRPr sz="2000">
                <a:solidFill>
                  <a:schemeClr val="tx1"/>
                </a:solidFill>
                <a:latin typeface="Arial"/>
                <a:ea typeface="ＭＳ Ｐゴシック" pitchFamily="-106" charset="-128"/>
              </a:defRPr>
            </a:lvl3pPr>
            <a:lvl4pPr marL="1600200" indent="-228600" eaLnBrk="0" hangingPunct="0">
              <a:defRPr sz="2000">
                <a:solidFill>
                  <a:schemeClr val="tx1"/>
                </a:solidFill>
                <a:latin typeface="Arial"/>
                <a:ea typeface="ＭＳ Ｐゴシック" pitchFamily="-106" charset="-128"/>
              </a:defRPr>
            </a:lvl4pPr>
            <a:lvl5pPr marL="2057400" indent="-228600" eaLnBrk="0" hangingPunct="0">
              <a:defRPr sz="2000">
                <a:solidFill>
                  <a:schemeClr val="tx1"/>
                </a:solidFill>
                <a:latin typeface="Arial"/>
                <a:ea typeface="ＭＳ Ｐゴシック" pitchFamily="-106" charset="-128"/>
              </a:defRPr>
            </a:lvl5pPr>
            <a:lvl6pPr marL="2514600" indent="-228600" eaLnBrk="0" fontAlgn="base" hangingPunct="0">
              <a:spcBef>
                <a:spcPct val="0"/>
              </a:spcBef>
              <a:spcAft>
                <a:spcPct val="0"/>
              </a:spcAft>
              <a:defRPr sz="2000">
                <a:solidFill>
                  <a:schemeClr val="tx1"/>
                </a:solidFill>
                <a:latin typeface="Arial"/>
                <a:ea typeface="ＭＳ Ｐゴシック" pitchFamily="-106" charset="-128"/>
              </a:defRPr>
            </a:lvl6pPr>
            <a:lvl7pPr marL="2971800" indent="-228600" eaLnBrk="0" fontAlgn="base" hangingPunct="0">
              <a:spcBef>
                <a:spcPct val="0"/>
              </a:spcBef>
              <a:spcAft>
                <a:spcPct val="0"/>
              </a:spcAft>
              <a:defRPr sz="2000">
                <a:solidFill>
                  <a:schemeClr val="tx1"/>
                </a:solidFill>
                <a:latin typeface="Arial"/>
                <a:ea typeface="ＭＳ Ｐゴシック" pitchFamily="-106" charset="-128"/>
              </a:defRPr>
            </a:lvl7pPr>
            <a:lvl8pPr marL="3429000" indent="-228600" eaLnBrk="0" fontAlgn="base" hangingPunct="0">
              <a:spcBef>
                <a:spcPct val="0"/>
              </a:spcBef>
              <a:spcAft>
                <a:spcPct val="0"/>
              </a:spcAft>
              <a:defRPr sz="2000">
                <a:solidFill>
                  <a:schemeClr val="tx1"/>
                </a:solidFill>
                <a:latin typeface="Arial"/>
                <a:ea typeface="ＭＳ Ｐゴシック" pitchFamily="-106" charset="-128"/>
              </a:defRPr>
            </a:lvl8pPr>
            <a:lvl9pPr marL="3886200" indent="-228600" eaLnBrk="0" fontAlgn="base" hangingPunct="0">
              <a:spcBef>
                <a:spcPct val="0"/>
              </a:spcBef>
              <a:spcAft>
                <a:spcPct val="0"/>
              </a:spcAft>
              <a:defRPr sz="2000">
                <a:solidFill>
                  <a:schemeClr val="tx1"/>
                </a:solidFill>
                <a:latin typeface="Arial"/>
                <a:ea typeface="ＭＳ Ｐゴシック" pitchFamily="-106" charset="-128"/>
              </a:defRPr>
            </a:lvl9pPr>
          </a:lstStyle>
          <a:p>
            <a:pPr algn="just"/>
            <a:r>
              <a:rPr lang="en-US" sz="4000" b="1" dirty="0">
                <a:latin typeface="Helvetica" panose="020B0604020202020204" pitchFamily="34" charset="0"/>
                <a:ea typeface="Tahoma" panose="020B0604030504040204" pitchFamily="34" charset="0"/>
                <a:cs typeface="Helvetica" panose="020B0604020202020204" pitchFamily="34" charset="0"/>
              </a:rPr>
              <a:t>Agent Architecture</a:t>
            </a:r>
          </a:p>
          <a:p>
            <a:pPr algn="just"/>
            <a:r>
              <a:rPr lang="tr-TR" sz="4000" dirty="0">
                <a:latin typeface="Helvetica" panose="020B0604020202020204" pitchFamily="34" charset="0"/>
                <a:ea typeface="Tahoma" panose="020B0604030504040204" pitchFamily="34" charset="0"/>
                <a:cs typeface="Helvetica" panose="020B0604020202020204" pitchFamily="34" charset="0"/>
              </a:rPr>
              <a:t>	</a:t>
            </a:r>
            <a:r>
              <a:rPr lang="en-US" sz="4000" dirty="0">
                <a:latin typeface="Helvetica" panose="020B0604020202020204" pitchFamily="34" charset="0"/>
                <a:ea typeface="Tahoma" panose="020B0604030504040204" pitchFamily="34" charset="0"/>
                <a:cs typeface="Helvetica" panose="020B0604020202020204" pitchFamily="34" charset="0"/>
              </a:rPr>
              <a:t>Ray perception sensors (LiDAR) and an 8-dimensional continuous input vector observe the environment. The model outputs a 2 dimensional continuous action vector for throttle, brake, and steering control.</a:t>
            </a:r>
            <a:endParaRPr lang="tr-TR" sz="4000" dirty="0">
              <a:latin typeface="Helvetica" panose="020B0604020202020204" pitchFamily="34" charset="0"/>
              <a:ea typeface="Tahoma" panose="020B0604030504040204" pitchFamily="34" charset="0"/>
              <a:cs typeface="Helvetica" panose="020B0604020202020204" pitchFamily="34" charset="0"/>
            </a:endParaRPr>
          </a:p>
          <a:p>
            <a:pPr algn="just"/>
            <a:endParaRPr lang="tr-TR" sz="4000" b="1" dirty="0">
              <a:latin typeface="Helvetica" panose="020B0604020202020204" pitchFamily="34" charset="0"/>
              <a:ea typeface="Tahoma" panose="020B0604030504040204" pitchFamily="34" charset="0"/>
              <a:cs typeface="Helvetica" panose="020B0604020202020204" pitchFamily="34" charset="0"/>
            </a:endParaRPr>
          </a:p>
          <a:p>
            <a:pPr algn="just"/>
            <a:r>
              <a:rPr lang="en-US" sz="4000" b="1" dirty="0">
                <a:latin typeface="Helvetica" panose="020B0604020202020204" pitchFamily="34" charset="0"/>
                <a:ea typeface="Tahoma" panose="020B0604030504040204" pitchFamily="34" charset="0"/>
                <a:cs typeface="Helvetica" panose="020B0604020202020204" pitchFamily="34" charset="0"/>
              </a:rPr>
              <a:t>Reward Function</a:t>
            </a:r>
            <a:endParaRPr lang="en-US" sz="4000" dirty="0">
              <a:latin typeface="Helvetica" panose="020B0604020202020204" pitchFamily="34" charset="0"/>
              <a:ea typeface="Tahoma" panose="020B0604030504040204" pitchFamily="34" charset="0"/>
              <a:cs typeface="Helvetica" panose="020B0604020202020204" pitchFamily="34" charset="0"/>
            </a:endParaRPr>
          </a:p>
          <a:p>
            <a:pPr marL="571500" indent="-571500" algn="just">
              <a:buFont typeface="Arial" panose="020B0604020202020204" pitchFamily="34" charset="0"/>
              <a:buChar char="•"/>
            </a:pPr>
            <a:r>
              <a:rPr lang="tr-TR" sz="4000" b="1" dirty="0" err="1">
                <a:latin typeface="Helvetica" panose="020B0604020202020204" pitchFamily="34" charset="0"/>
                <a:cs typeface="Helvetica" panose="020B0604020202020204" pitchFamily="34" charset="0"/>
              </a:rPr>
              <a:t>Progress</a:t>
            </a:r>
            <a:r>
              <a:rPr lang="tr-TR" sz="4000" b="1" dirty="0">
                <a:latin typeface="Helvetica" panose="020B0604020202020204" pitchFamily="34" charset="0"/>
                <a:cs typeface="Helvetica" panose="020B0604020202020204" pitchFamily="34" charset="0"/>
              </a:rPr>
              <a:t>: </a:t>
            </a:r>
            <a:r>
              <a:rPr lang="en-US" sz="4000" dirty="0">
                <a:latin typeface="Helvetica" panose="020B0604020202020204" pitchFamily="34" charset="0"/>
                <a:ea typeface="Tahoma" panose="020B0604030504040204" pitchFamily="34" charset="0"/>
                <a:cs typeface="Helvetica" panose="020B0604020202020204" pitchFamily="34" charset="0"/>
              </a:rPr>
              <a:t>+</a:t>
            </a:r>
            <a:r>
              <a:rPr lang="en-US" sz="4000" dirty="0" err="1">
                <a:latin typeface="Helvetica" panose="020B0604020202020204" pitchFamily="34" charset="0"/>
                <a:ea typeface="Tahoma" panose="020B0604030504040204" pitchFamily="34" charset="0"/>
                <a:cs typeface="Helvetica" panose="020B0604020202020204" pitchFamily="34" charset="0"/>
              </a:rPr>
              <a:t>Δd</a:t>
            </a:r>
            <a:r>
              <a:rPr lang="en-US" sz="4000" dirty="0">
                <a:latin typeface="Helvetica" panose="020B0604020202020204" pitchFamily="34" charset="0"/>
                <a:ea typeface="Tahoma" panose="020B0604030504040204" pitchFamily="34" charset="0"/>
                <a:cs typeface="Helvetica" panose="020B0604020202020204" pitchFamily="34" charset="0"/>
              </a:rPr>
              <a:t> × 0.1 per</a:t>
            </a:r>
            <a:r>
              <a:rPr lang="tr-TR" sz="4000" dirty="0">
                <a:latin typeface="Helvetica" panose="020B0604020202020204" pitchFamily="34" charset="0"/>
                <a:ea typeface="Tahoma" panose="020B0604030504040204" pitchFamily="34" charset="0"/>
                <a:cs typeface="Helvetica" panose="020B0604020202020204" pitchFamily="34" charset="0"/>
              </a:rPr>
              <a:t> </a:t>
            </a:r>
            <a:r>
              <a:rPr lang="tr-TR" sz="4000" dirty="0" err="1">
                <a:latin typeface="Helvetica" panose="020B0604020202020204" pitchFamily="34" charset="0"/>
                <a:ea typeface="Tahoma" panose="020B0604030504040204" pitchFamily="34" charset="0"/>
                <a:cs typeface="Helvetica" panose="020B0604020202020204" pitchFamily="34" charset="0"/>
              </a:rPr>
              <a:t>decision</a:t>
            </a:r>
            <a:r>
              <a:rPr lang="en-US" sz="4000" dirty="0">
                <a:latin typeface="Helvetica" panose="020B0604020202020204" pitchFamily="34" charset="0"/>
                <a:ea typeface="Tahoma" panose="020B0604030504040204" pitchFamily="34" charset="0"/>
                <a:cs typeface="Helvetica" panose="020B0604020202020204" pitchFamily="34" charset="0"/>
              </a:rPr>
              <a:t> step</a:t>
            </a:r>
            <a:r>
              <a:rPr lang="tr-TR" sz="4000" dirty="0">
                <a:latin typeface="Helvetica" panose="020B0604020202020204" pitchFamily="34" charset="0"/>
                <a:ea typeface="Tahoma" panose="020B0604030504040204" pitchFamily="34" charset="0"/>
                <a:cs typeface="Helvetica" panose="020B0604020202020204" pitchFamily="34" charset="0"/>
              </a:rPr>
              <a:t>, </a:t>
            </a:r>
            <a:r>
              <a:rPr lang="en-US" sz="4000" dirty="0">
                <a:latin typeface="Helvetica" panose="020B0604020202020204" pitchFamily="34" charset="0"/>
                <a:ea typeface="Tahoma" panose="020B0604030504040204" pitchFamily="34" charset="0"/>
                <a:cs typeface="Helvetica" panose="020B0604020202020204" pitchFamily="34" charset="0"/>
              </a:rPr>
              <a:t>+0.3 per waypoint reached</a:t>
            </a:r>
            <a:r>
              <a:rPr lang="tr-TR" sz="4000" dirty="0">
                <a:latin typeface="Helvetica" panose="020B0604020202020204" pitchFamily="34" charset="0"/>
                <a:ea typeface="Tahoma" panose="020B0604030504040204" pitchFamily="34" charset="0"/>
                <a:cs typeface="Helvetica" panose="020B0604020202020204" pitchFamily="34" charset="0"/>
              </a:rPr>
              <a:t>, </a:t>
            </a:r>
            <a:r>
              <a:rPr lang="en-US" sz="4000" dirty="0">
                <a:latin typeface="Helvetica" panose="020B0604020202020204" pitchFamily="34" charset="0"/>
                <a:ea typeface="Tahoma" panose="020B0604030504040204" pitchFamily="34" charset="0"/>
                <a:cs typeface="Helvetica" panose="020B0604020202020204" pitchFamily="34" charset="0"/>
              </a:rPr>
              <a:t>+2.0 for crossing the finish line</a:t>
            </a:r>
            <a:endParaRPr lang="tr-TR" sz="4000" dirty="0">
              <a:latin typeface="Helvetica" panose="020B0604020202020204" pitchFamily="34" charset="0"/>
              <a:cs typeface="Helvetica" panose="020B0604020202020204" pitchFamily="34" charset="0"/>
            </a:endParaRPr>
          </a:p>
          <a:p>
            <a:pPr marL="571500" indent="-571500" algn="just">
              <a:buFont typeface="Arial" panose="020B0604020202020204" pitchFamily="34" charset="0"/>
              <a:buChar char="•"/>
            </a:pPr>
            <a:r>
              <a:rPr lang="tr-TR" sz="4000" b="1" dirty="0" err="1">
                <a:latin typeface="Helvetica" panose="020B0604020202020204" pitchFamily="34" charset="0"/>
                <a:cs typeface="Helvetica" panose="020B0604020202020204" pitchFamily="34" charset="0"/>
              </a:rPr>
              <a:t>Penalties</a:t>
            </a:r>
            <a:r>
              <a:rPr lang="tr-TR" sz="4000" b="1" dirty="0">
                <a:latin typeface="Helvetica" panose="020B0604020202020204" pitchFamily="34" charset="0"/>
                <a:cs typeface="Helvetica" panose="020B0604020202020204" pitchFamily="34" charset="0"/>
              </a:rPr>
              <a:t>: </a:t>
            </a:r>
            <a:r>
              <a:rPr lang="en-US" sz="4000" dirty="0">
                <a:latin typeface="Helvetica" panose="020B0604020202020204" pitchFamily="34" charset="0"/>
                <a:ea typeface="Tahoma" panose="020B0604030504040204" pitchFamily="34" charset="0"/>
                <a:cs typeface="Helvetica" panose="020B0604020202020204" pitchFamily="34" charset="0"/>
              </a:rPr>
              <a:t>−0.5 for wall collision</a:t>
            </a:r>
            <a:r>
              <a:rPr lang="tr-TR" sz="4000" dirty="0">
                <a:latin typeface="Helvetica" panose="020B0604020202020204" pitchFamily="34" charset="0"/>
                <a:ea typeface="Tahoma" panose="020B0604030504040204" pitchFamily="34" charset="0"/>
                <a:cs typeface="Helvetica" panose="020B0604020202020204" pitchFamily="34" charset="0"/>
              </a:rPr>
              <a:t>, </a:t>
            </a:r>
            <a:r>
              <a:rPr lang="en-US" sz="4000" dirty="0">
                <a:latin typeface="Helvetica" panose="020B0604020202020204" pitchFamily="34" charset="0"/>
                <a:ea typeface="Tahoma" panose="020B0604030504040204" pitchFamily="34" charset="0"/>
                <a:cs typeface="Helvetica" panose="020B0604020202020204" pitchFamily="34" charset="0"/>
              </a:rPr>
              <a:t>−1.0 for obstacle </a:t>
            </a:r>
            <a:r>
              <a:rPr lang="en-US" sz="4000" dirty="0" err="1">
                <a:latin typeface="Helvetica" panose="020B0604020202020204" pitchFamily="34" charset="0"/>
                <a:ea typeface="Tahoma" panose="020B0604030504040204" pitchFamily="34" charset="0"/>
                <a:cs typeface="Helvetica" panose="020B0604020202020204" pitchFamily="34" charset="0"/>
              </a:rPr>
              <a:t>collisio</a:t>
            </a:r>
            <a:r>
              <a:rPr lang="tr-TR" sz="4000" dirty="0">
                <a:latin typeface="Helvetica" panose="020B0604020202020204" pitchFamily="34" charset="0"/>
                <a:ea typeface="Tahoma" panose="020B0604030504040204" pitchFamily="34" charset="0"/>
                <a:cs typeface="Helvetica" panose="020B0604020202020204" pitchFamily="34" charset="0"/>
              </a:rPr>
              <a:t>n</a:t>
            </a:r>
          </a:p>
          <a:p>
            <a:pPr algn="just"/>
            <a:endParaRPr lang="en-US" sz="4000" dirty="0">
              <a:latin typeface="Helvetica" panose="020B0604020202020204" pitchFamily="34" charset="0"/>
              <a:ea typeface="Tahoma" panose="020B0604030504040204" pitchFamily="34" charset="0"/>
              <a:cs typeface="Helvetica" panose="020B0604020202020204" pitchFamily="34" charset="0"/>
            </a:endParaRPr>
          </a:p>
          <a:p>
            <a:pPr algn="just"/>
            <a:r>
              <a:rPr lang="tr-TR" sz="4000" b="1" dirty="0" err="1">
                <a:latin typeface="Helvetica" panose="020B0604020202020204" pitchFamily="34" charset="0"/>
                <a:cs typeface="Helvetica" panose="020B0604020202020204" pitchFamily="34" charset="0"/>
              </a:rPr>
              <a:t>Neural</a:t>
            </a:r>
            <a:r>
              <a:rPr lang="tr-TR" sz="4000" b="1" dirty="0">
                <a:latin typeface="Helvetica" panose="020B0604020202020204" pitchFamily="34" charset="0"/>
                <a:cs typeface="Helvetica" panose="020B0604020202020204" pitchFamily="34" charset="0"/>
              </a:rPr>
              <a:t> Network &amp; </a:t>
            </a:r>
            <a:r>
              <a:rPr lang="tr-TR" sz="4000" b="1" dirty="0" err="1">
                <a:latin typeface="Helvetica" panose="020B0604020202020204" pitchFamily="34" charset="0"/>
                <a:cs typeface="Helvetica" panose="020B0604020202020204" pitchFamily="34" charset="0"/>
              </a:rPr>
              <a:t>Infrastructure</a:t>
            </a:r>
            <a:endParaRPr lang="tr-TR" sz="4000" b="1" dirty="0">
              <a:latin typeface="Helvetica" panose="020B0604020202020204" pitchFamily="34" charset="0"/>
              <a:ea typeface="Tahoma" panose="020B0604030504040204" pitchFamily="34" charset="0"/>
              <a:cs typeface="Helvetica" panose="020B0604020202020204" pitchFamily="34" charset="0"/>
            </a:endParaRPr>
          </a:p>
          <a:p>
            <a:pPr algn="just"/>
            <a:r>
              <a:rPr lang="tr-TR" sz="4000" dirty="0">
                <a:latin typeface="Helvetica" panose="020B0604020202020204" pitchFamily="34" charset="0"/>
                <a:ea typeface="Tahoma" panose="020B0604030504040204" pitchFamily="34" charset="0"/>
                <a:cs typeface="Helvetica" panose="020B0604020202020204" pitchFamily="34" charset="0"/>
              </a:rPr>
              <a:t>	</a:t>
            </a:r>
            <a:r>
              <a:rPr lang="en-US" sz="4000" dirty="0">
                <a:latin typeface="Helvetica" panose="020B0604020202020204" pitchFamily="34" charset="0"/>
                <a:ea typeface="Tahoma" panose="020B0604030504040204" pitchFamily="34" charset="0"/>
                <a:cs typeface="Helvetica" panose="020B0604020202020204" pitchFamily="34" charset="0"/>
              </a:rPr>
              <a:t> The agent utilizes a 3-layer feedforward network (256 units/layer) with input normalization and no recurrent architecture, relying solely on the instantaneous observation vector.</a:t>
            </a:r>
            <a:r>
              <a:rPr lang="tr-TR" sz="4000" dirty="0">
                <a:latin typeface="Helvetica" panose="020B0604020202020204" pitchFamily="34" charset="0"/>
                <a:ea typeface="Tahoma" panose="020B0604030504040204" pitchFamily="34" charset="0"/>
                <a:cs typeface="Helvetica" panose="020B0604020202020204" pitchFamily="34" charset="0"/>
              </a:rPr>
              <a:t> </a:t>
            </a:r>
            <a:r>
              <a:rPr lang="en-US" sz="4000" dirty="0">
                <a:latin typeface="Helvetica" panose="020B0604020202020204" pitchFamily="34" charset="0"/>
                <a:ea typeface="Tahoma" panose="020B0604030504040204" pitchFamily="34" charset="0"/>
                <a:cs typeface="Helvetica" panose="020B0604020202020204" pitchFamily="34" charset="0"/>
              </a:rPr>
              <a:t>Training is conducted via the Python ML-Agents library through a local </a:t>
            </a:r>
            <a:r>
              <a:rPr lang="en-US" sz="4000" dirty="0" err="1">
                <a:latin typeface="Helvetica" panose="020B0604020202020204" pitchFamily="34" charset="0"/>
                <a:ea typeface="Tahoma" panose="020B0604030504040204" pitchFamily="34" charset="0"/>
                <a:cs typeface="Helvetica" panose="020B0604020202020204" pitchFamily="34" charset="0"/>
              </a:rPr>
              <a:t>gRPC</a:t>
            </a:r>
            <a:r>
              <a:rPr lang="en-US" sz="4000" dirty="0">
                <a:latin typeface="Helvetica" panose="020B0604020202020204" pitchFamily="34" charset="0"/>
                <a:ea typeface="Tahoma" panose="020B0604030504040204" pitchFamily="34" charset="0"/>
                <a:cs typeface="Helvetica" panose="020B0604020202020204" pitchFamily="34" charset="0"/>
              </a:rPr>
              <a:t> interface. Models are exported as ONNX </a:t>
            </a:r>
            <a:r>
              <a:rPr lang="tr-TR" sz="4000" dirty="0" err="1">
                <a:latin typeface="Helvetica" panose="020B0604020202020204" pitchFamily="34" charset="0"/>
                <a:ea typeface="Tahoma" panose="020B0604030504040204" pitchFamily="34" charset="0"/>
                <a:cs typeface="Helvetica" panose="020B0604020202020204" pitchFamily="34" charset="0"/>
              </a:rPr>
              <a:t>and</a:t>
            </a:r>
            <a:r>
              <a:rPr lang="tr-TR" sz="4000" dirty="0">
                <a:latin typeface="Helvetica" panose="020B0604020202020204" pitchFamily="34" charset="0"/>
                <a:ea typeface="Tahoma" panose="020B0604030504040204" pitchFamily="34" charset="0"/>
                <a:cs typeface="Helvetica" panose="020B0604020202020204" pitchFamily="34" charset="0"/>
              </a:rPr>
              <a:t> </a:t>
            </a:r>
            <a:r>
              <a:rPr lang="en-US" sz="4000" dirty="0">
                <a:latin typeface="Helvetica" panose="020B0604020202020204" pitchFamily="34" charset="0"/>
                <a:ea typeface="Tahoma" panose="020B0604030504040204" pitchFamily="34" charset="0"/>
                <a:cs typeface="Helvetica" panose="020B0604020202020204" pitchFamily="34" charset="0"/>
              </a:rPr>
              <a:t>metrics logged to </a:t>
            </a:r>
            <a:r>
              <a:rPr lang="en-US" sz="4000" dirty="0" err="1">
                <a:latin typeface="Helvetica" panose="020B0604020202020204" pitchFamily="34" charset="0"/>
                <a:ea typeface="Tahoma" panose="020B0604030504040204" pitchFamily="34" charset="0"/>
                <a:cs typeface="Helvetica" panose="020B0604020202020204" pitchFamily="34" charset="0"/>
              </a:rPr>
              <a:t>TensorBoard</a:t>
            </a:r>
            <a:r>
              <a:rPr lang="en-US" sz="4000" dirty="0">
                <a:latin typeface="Helvetica" panose="020B0604020202020204" pitchFamily="34" charset="0"/>
                <a:ea typeface="Tahoma" panose="020B0604030504040204" pitchFamily="34" charset="0"/>
                <a:cs typeface="Helvetica" panose="020B0604020202020204" pitchFamily="34" charset="0"/>
              </a:rPr>
              <a:t>.</a:t>
            </a:r>
            <a:endParaRPr lang="tr-TR" sz="4000" dirty="0"/>
          </a:p>
        </p:txBody>
      </p:sp>
      <p:sp>
        <p:nvSpPr>
          <p:cNvPr id="36" name="TextBox 38">
            <a:extLst>
              <a:ext uri="{FF2B5EF4-FFF2-40B4-BE49-F238E27FC236}">
                <a16:creationId xmlns:a16="http://schemas.microsoft.com/office/drawing/2014/main" id="{1A6C1FA6-4EE4-ACA2-1D6B-4B093801930A}"/>
              </a:ext>
            </a:extLst>
          </p:cNvPr>
          <p:cNvSpPr txBox="1"/>
          <p:nvPr/>
        </p:nvSpPr>
        <p:spPr>
          <a:xfrm>
            <a:off x="839546" y="16645385"/>
            <a:ext cx="17524652" cy="923330"/>
          </a:xfrm>
          <a:prstGeom prst="rect">
            <a:avLst/>
          </a:prstGeom>
          <a:ln w="76200">
            <a:solidFill>
              <a:srgbClr val="2A4A70"/>
            </a:solidFill>
          </a:ln>
          <a:effectLst/>
        </p:spPr>
        <p:style>
          <a:lnRef idx="2">
            <a:schemeClr val="dk1"/>
          </a:lnRef>
          <a:fillRef idx="1">
            <a:schemeClr val="lt1"/>
          </a:fillRef>
          <a:effectRef idx="0">
            <a:schemeClr val="dk1"/>
          </a:effectRef>
          <a:fontRef idx="minor">
            <a:schemeClr val="dk1"/>
          </a:fontRef>
        </p:style>
        <p:txBody>
          <a:bodyPr wrap="square" lIns="205740" rIns="205740" rtlCol="0">
            <a:spAutoFit/>
          </a:bodyPr>
          <a:lstStyle/>
          <a:p>
            <a:pPr algn="ctr" defTabSz="3526941">
              <a:defRPr/>
            </a:pPr>
            <a:r>
              <a:rPr lang="tr-TR" sz="5400" dirty="0">
                <a:solidFill>
                  <a:srgbClr val="2A4A70"/>
                </a:solidFill>
                <a:latin typeface="Amaranth" panose="02000503050000020004" pitchFamily="2" charset="0"/>
              </a:rPr>
              <a:t>SYSTEM DESIGN AND METHODOLOGY</a:t>
            </a:r>
            <a:endParaRPr lang="en-US" sz="5400" dirty="0">
              <a:solidFill>
                <a:srgbClr val="2A4A70"/>
              </a:solidFill>
              <a:latin typeface="Amaranth" panose="02000503050000020004" pitchFamily="2" charset="0"/>
            </a:endParaRPr>
          </a:p>
        </p:txBody>
      </p:sp>
      <p:sp>
        <p:nvSpPr>
          <p:cNvPr id="44" name="TextBox 38">
            <a:extLst>
              <a:ext uri="{FF2B5EF4-FFF2-40B4-BE49-F238E27FC236}">
                <a16:creationId xmlns:a16="http://schemas.microsoft.com/office/drawing/2014/main" id="{6ACC0A54-B7E8-91AA-FF60-8531B1ADD28C}"/>
              </a:ext>
            </a:extLst>
          </p:cNvPr>
          <p:cNvSpPr txBox="1"/>
          <p:nvPr/>
        </p:nvSpPr>
        <p:spPr>
          <a:xfrm>
            <a:off x="839546" y="28422600"/>
            <a:ext cx="31239296" cy="923330"/>
          </a:xfrm>
          <a:prstGeom prst="rect">
            <a:avLst/>
          </a:prstGeom>
          <a:ln w="76200">
            <a:solidFill>
              <a:srgbClr val="2A4A70"/>
            </a:solidFill>
          </a:ln>
          <a:effectLst/>
        </p:spPr>
        <p:style>
          <a:lnRef idx="2">
            <a:schemeClr val="dk1"/>
          </a:lnRef>
          <a:fillRef idx="1">
            <a:schemeClr val="lt1"/>
          </a:fillRef>
          <a:effectRef idx="0">
            <a:schemeClr val="dk1"/>
          </a:effectRef>
          <a:fontRef idx="minor">
            <a:schemeClr val="dk1"/>
          </a:fontRef>
        </p:style>
        <p:txBody>
          <a:bodyPr wrap="square" lIns="205740" rIns="205740" rtlCol="0">
            <a:spAutoFit/>
          </a:bodyPr>
          <a:lstStyle/>
          <a:p>
            <a:pPr algn="ctr" defTabSz="3526941">
              <a:defRPr/>
            </a:pPr>
            <a:r>
              <a:rPr lang="tr-TR" sz="5400" dirty="0">
                <a:solidFill>
                  <a:srgbClr val="2A4A70"/>
                </a:solidFill>
                <a:latin typeface="Amaranth" panose="02000503050000020004" pitchFamily="2" charset="0"/>
              </a:rPr>
              <a:t>RESULTS AND CONCLUSION</a:t>
            </a:r>
            <a:endParaRPr lang="en-US" sz="5400" dirty="0">
              <a:solidFill>
                <a:srgbClr val="2A4A70"/>
              </a:solidFill>
              <a:latin typeface="Amaranth" panose="02000503050000020004" pitchFamily="2" charset="0"/>
            </a:endParaRPr>
          </a:p>
        </p:txBody>
      </p:sp>
      <p:pic>
        <p:nvPicPr>
          <p:cNvPr id="8" name="Resim 7">
            <a:extLst>
              <a:ext uri="{FF2B5EF4-FFF2-40B4-BE49-F238E27FC236}">
                <a16:creationId xmlns:a16="http://schemas.microsoft.com/office/drawing/2014/main" id="{7C94FDD3-0262-490F-454B-B739FC127C50}"/>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21382662" y="13782190"/>
            <a:ext cx="8363508" cy="13399761"/>
          </a:xfrm>
          <a:prstGeom prst="rect">
            <a:avLst/>
          </a:prstGeom>
        </p:spPr>
      </p:pic>
      <p:pic>
        <p:nvPicPr>
          <p:cNvPr id="14" name="Resim 13">
            <a:extLst>
              <a:ext uri="{FF2B5EF4-FFF2-40B4-BE49-F238E27FC236}">
                <a16:creationId xmlns:a16="http://schemas.microsoft.com/office/drawing/2014/main" id="{0BE5DEF2-DE82-13C5-65A4-733E3DEF8AD7}"/>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19049990" y="5576839"/>
            <a:ext cx="13028852" cy="6569337"/>
          </a:xfrm>
          <a:prstGeom prst="rect">
            <a:avLst/>
          </a:prstGeom>
        </p:spPr>
      </p:pic>
      <p:graphicFrame>
        <p:nvGraphicFramePr>
          <p:cNvPr id="6" name="Tablo 5">
            <a:extLst>
              <a:ext uri="{FF2B5EF4-FFF2-40B4-BE49-F238E27FC236}">
                <a16:creationId xmlns:a16="http://schemas.microsoft.com/office/drawing/2014/main" id="{D70084E4-649F-914D-907A-D8E665BE1120}"/>
              </a:ext>
            </a:extLst>
          </p:cNvPr>
          <p:cNvGraphicFramePr>
            <a:graphicFrameLocks noGrp="1"/>
          </p:cNvGraphicFramePr>
          <p:nvPr>
            <p:extLst>
              <p:ext uri="{D42A27DB-BD31-4B8C-83A1-F6EECF244321}">
                <p14:modId xmlns:p14="http://schemas.microsoft.com/office/powerpoint/2010/main" val="1973595527"/>
              </p:ext>
            </p:extLst>
          </p:nvPr>
        </p:nvGraphicFramePr>
        <p:xfrm>
          <a:off x="17395046" y="40516350"/>
          <a:ext cx="12781914" cy="2391324"/>
        </p:xfrm>
        <a:graphic>
          <a:graphicData uri="http://schemas.openxmlformats.org/drawingml/2006/table">
            <a:tbl>
              <a:tblPr firstRow="1" bandRow="1">
                <a:tableStyleId>{5C22544A-7EE6-4342-B048-85BDC9FD1C3A}</a:tableStyleId>
              </a:tblPr>
              <a:tblGrid>
                <a:gridCol w="4246130">
                  <a:extLst>
                    <a:ext uri="{9D8B030D-6E8A-4147-A177-3AD203B41FA5}">
                      <a16:colId xmlns:a16="http://schemas.microsoft.com/office/drawing/2014/main" val="2072557536"/>
                    </a:ext>
                  </a:extLst>
                </a:gridCol>
                <a:gridCol w="4267892">
                  <a:extLst>
                    <a:ext uri="{9D8B030D-6E8A-4147-A177-3AD203B41FA5}">
                      <a16:colId xmlns:a16="http://schemas.microsoft.com/office/drawing/2014/main" val="2491055459"/>
                    </a:ext>
                  </a:extLst>
                </a:gridCol>
                <a:gridCol w="4267892">
                  <a:extLst>
                    <a:ext uri="{9D8B030D-6E8A-4147-A177-3AD203B41FA5}">
                      <a16:colId xmlns:a16="http://schemas.microsoft.com/office/drawing/2014/main" val="1423489198"/>
                    </a:ext>
                  </a:extLst>
                </a:gridCol>
              </a:tblGrid>
              <a:tr h="597831">
                <a:tc>
                  <a:txBody>
                    <a:bodyPr/>
                    <a:lstStyle/>
                    <a:p>
                      <a:pPr algn="ctr">
                        <a:buNone/>
                      </a:pPr>
                      <a:r>
                        <a:rPr lang="tr-TR" sz="3000" b="1" dirty="0">
                          <a:latin typeface="Helvetica" panose="020B0604020202020204" pitchFamily="34" charset="0"/>
                          <a:cs typeface="Helvetica" panose="020B0604020202020204" pitchFamily="34" charset="0"/>
                        </a:rPr>
                        <a:t>Training </a:t>
                      </a:r>
                      <a:r>
                        <a:rPr lang="tr-TR" sz="3000" b="1" dirty="0" err="1">
                          <a:latin typeface="Helvetica" panose="020B0604020202020204" pitchFamily="34" charset="0"/>
                          <a:cs typeface="Helvetica" panose="020B0604020202020204" pitchFamily="34" charset="0"/>
                        </a:rPr>
                        <a:t>Strategy</a:t>
                      </a:r>
                      <a:endParaRPr lang="tr-TR" sz="3000" dirty="0">
                        <a:latin typeface="Helvetica" panose="020B0604020202020204" pitchFamily="34" charset="0"/>
                        <a:cs typeface="Helvetica" panose="020B0604020202020204" pitchFamily="34" charset="0"/>
                      </a:endParaRPr>
                    </a:p>
                  </a:txBody>
                  <a:tcPr anchor="ctr"/>
                </a:tc>
                <a:tc>
                  <a:txBody>
                    <a:bodyPr/>
                    <a:lstStyle/>
                    <a:p>
                      <a:pPr algn="ctr">
                        <a:buNone/>
                      </a:pPr>
                      <a:r>
                        <a:rPr lang="tr-TR" sz="3000" dirty="0" err="1">
                          <a:latin typeface="Helvetica" panose="020B0604020202020204" pitchFamily="34" charset="0"/>
                          <a:cs typeface="Helvetica" panose="020B0604020202020204" pitchFamily="34" charset="0"/>
                        </a:rPr>
                        <a:t>Peak</a:t>
                      </a:r>
                      <a:r>
                        <a:rPr lang="tr-TR" sz="3000" dirty="0">
                          <a:latin typeface="Helvetica" panose="020B0604020202020204" pitchFamily="34" charset="0"/>
                          <a:cs typeface="Helvetica" panose="020B0604020202020204" pitchFamily="34" charset="0"/>
                        </a:rPr>
                        <a:t> </a:t>
                      </a:r>
                      <a:r>
                        <a:rPr lang="tr-TR" sz="3000" dirty="0" err="1">
                          <a:latin typeface="Helvetica" panose="020B0604020202020204" pitchFamily="34" charset="0"/>
                          <a:cs typeface="Helvetica" panose="020B0604020202020204" pitchFamily="34" charset="0"/>
                        </a:rPr>
                        <a:t>Mean</a:t>
                      </a:r>
                      <a:r>
                        <a:rPr lang="tr-TR" sz="3000" dirty="0">
                          <a:latin typeface="Helvetica" panose="020B0604020202020204" pitchFamily="34" charset="0"/>
                          <a:cs typeface="Helvetica" panose="020B0604020202020204" pitchFamily="34" charset="0"/>
                        </a:rPr>
                        <a:t> </a:t>
                      </a:r>
                      <a:r>
                        <a:rPr lang="tr-TR" sz="3000" dirty="0" err="1">
                          <a:latin typeface="Helvetica" panose="020B0604020202020204" pitchFamily="34" charset="0"/>
                          <a:cs typeface="Helvetica" panose="020B0604020202020204" pitchFamily="34" charset="0"/>
                        </a:rPr>
                        <a:t>Reward</a:t>
                      </a:r>
                      <a:endParaRPr lang="tr-TR" sz="3000" dirty="0">
                        <a:latin typeface="Helvetica" panose="020B0604020202020204" pitchFamily="34" charset="0"/>
                        <a:cs typeface="Helvetica" panose="020B0604020202020204" pitchFamily="34" charset="0"/>
                      </a:endParaRPr>
                    </a:p>
                  </a:txBody>
                  <a:tcPr anchor="ctr"/>
                </a:tc>
                <a:tc>
                  <a:txBody>
                    <a:bodyPr/>
                    <a:lstStyle/>
                    <a:p>
                      <a:pPr algn="ctr">
                        <a:buNone/>
                      </a:pPr>
                      <a:r>
                        <a:rPr lang="tr-TR" sz="3000" b="1" dirty="0">
                          <a:latin typeface="Helvetica" panose="020B0604020202020204" pitchFamily="34" charset="0"/>
                          <a:cs typeface="Helvetica" panose="020B0604020202020204" pitchFamily="34" charset="0"/>
                        </a:rPr>
                        <a:t>Test </a:t>
                      </a:r>
                      <a:r>
                        <a:rPr lang="tr-TR" sz="3000" b="1" dirty="0" err="1">
                          <a:latin typeface="Helvetica" panose="020B0604020202020204" pitchFamily="34" charset="0"/>
                          <a:cs typeface="Helvetica" panose="020B0604020202020204" pitchFamily="34" charset="0"/>
                        </a:rPr>
                        <a:t>Performance</a:t>
                      </a:r>
                      <a:endParaRPr lang="tr-TR" sz="3000" dirty="0">
                        <a:latin typeface="Helvetica" panose="020B0604020202020204" pitchFamily="34" charset="0"/>
                        <a:cs typeface="Helvetica" panose="020B0604020202020204" pitchFamily="34" charset="0"/>
                      </a:endParaRPr>
                    </a:p>
                  </a:txBody>
                  <a:tcPr anchor="ctr"/>
                </a:tc>
                <a:extLst>
                  <a:ext uri="{0D108BD9-81ED-4DB2-BD59-A6C34878D82A}">
                    <a16:rowId xmlns:a16="http://schemas.microsoft.com/office/drawing/2014/main" val="1349572608"/>
                  </a:ext>
                </a:extLst>
              </a:tr>
              <a:tr h="597831">
                <a:tc>
                  <a:txBody>
                    <a:bodyPr/>
                    <a:lstStyle/>
                    <a:p>
                      <a:pPr algn="ctr">
                        <a:buNone/>
                      </a:pPr>
                      <a:r>
                        <a:rPr lang="tr-TR" sz="3000" b="0" dirty="0" err="1">
                          <a:latin typeface="Helvetica" panose="020B0604020202020204" pitchFamily="34" charset="0"/>
                          <a:cs typeface="Helvetica" panose="020B0604020202020204" pitchFamily="34" charset="0"/>
                        </a:rPr>
                        <a:t>Curriculum</a:t>
                      </a:r>
                      <a:r>
                        <a:rPr lang="tr-TR" sz="3000" b="0" dirty="0">
                          <a:latin typeface="Helvetica" panose="020B0604020202020204" pitchFamily="34" charset="0"/>
                          <a:cs typeface="Helvetica" panose="020B0604020202020204" pitchFamily="34" charset="0"/>
                        </a:rPr>
                        <a:t> PPO</a:t>
                      </a:r>
                    </a:p>
                  </a:txBody>
                  <a:tcPr anchor="ctr"/>
                </a:tc>
                <a:tc>
                  <a:txBody>
                    <a:bodyPr/>
                    <a:lstStyle/>
                    <a:p>
                      <a:pPr algn="ctr">
                        <a:buNone/>
                      </a:pPr>
                      <a:r>
                        <a:rPr lang="tr-TR" sz="3000" b="0" dirty="0">
                          <a:latin typeface="Helvetica" panose="020B0604020202020204" pitchFamily="34" charset="0"/>
                          <a:cs typeface="Helvetica" panose="020B0604020202020204" pitchFamily="34" charset="0"/>
                        </a:rPr>
                        <a:t>13.31</a:t>
                      </a:r>
                    </a:p>
                  </a:txBody>
                  <a:tcPr anchor="ctr"/>
                </a:tc>
                <a:tc>
                  <a:txBody>
                    <a:bodyPr/>
                    <a:lstStyle/>
                    <a:p>
                      <a:pPr algn="ctr">
                        <a:buNone/>
                      </a:pPr>
                      <a:r>
                        <a:rPr lang="tr-TR" sz="3000" b="0" dirty="0">
                          <a:latin typeface="Helvetica" panose="020B0604020202020204" pitchFamily="34" charset="0"/>
                          <a:cs typeface="Helvetica" panose="020B0604020202020204" pitchFamily="34" charset="0"/>
                        </a:rPr>
                        <a:t>Full </a:t>
                      </a:r>
                      <a:r>
                        <a:rPr lang="tr-TR" sz="3000" b="0" dirty="0" err="1">
                          <a:latin typeface="Helvetica" panose="020B0604020202020204" pitchFamily="34" charset="0"/>
                          <a:cs typeface="Helvetica" panose="020B0604020202020204" pitchFamily="34" charset="0"/>
                        </a:rPr>
                        <a:t>track</a:t>
                      </a:r>
                      <a:endParaRPr lang="tr-TR" sz="3000" b="0" dirty="0">
                        <a:latin typeface="Helvetica" panose="020B0604020202020204" pitchFamily="34" charset="0"/>
                        <a:cs typeface="Helvetica" panose="020B0604020202020204" pitchFamily="34" charset="0"/>
                      </a:endParaRPr>
                    </a:p>
                  </a:txBody>
                  <a:tcPr anchor="ctr"/>
                </a:tc>
                <a:extLst>
                  <a:ext uri="{0D108BD9-81ED-4DB2-BD59-A6C34878D82A}">
                    <a16:rowId xmlns:a16="http://schemas.microsoft.com/office/drawing/2014/main" val="1426667842"/>
                  </a:ext>
                </a:extLst>
              </a:tr>
              <a:tr h="597831">
                <a:tc>
                  <a:txBody>
                    <a:bodyPr/>
                    <a:lstStyle/>
                    <a:p>
                      <a:pPr algn="ctr">
                        <a:buNone/>
                      </a:pPr>
                      <a:r>
                        <a:rPr lang="tr-TR" sz="3000" b="0" dirty="0" err="1">
                          <a:latin typeface="Helvetica" panose="020B0604020202020204" pitchFamily="34" charset="0"/>
                          <a:cs typeface="Helvetica" panose="020B0604020202020204" pitchFamily="34" charset="0"/>
                        </a:rPr>
                        <a:t>Standalone</a:t>
                      </a:r>
                      <a:r>
                        <a:rPr lang="tr-TR" sz="3000" b="0" dirty="0">
                          <a:latin typeface="Helvetica" panose="020B0604020202020204" pitchFamily="34" charset="0"/>
                          <a:cs typeface="Helvetica" panose="020B0604020202020204" pitchFamily="34" charset="0"/>
                        </a:rPr>
                        <a:t> PPO</a:t>
                      </a:r>
                    </a:p>
                  </a:txBody>
                  <a:tcPr anchor="ctr"/>
                </a:tc>
                <a:tc>
                  <a:txBody>
                    <a:bodyPr/>
                    <a:lstStyle/>
                    <a:p>
                      <a:pPr algn="ctr">
                        <a:buNone/>
                      </a:pPr>
                      <a:r>
                        <a:rPr lang="tr-TR" sz="3000" b="0" dirty="0">
                          <a:latin typeface="Helvetica" panose="020B0604020202020204" pitchFamily="34" charset="0"/>
                          <a:cs typeface="Helvetica" panose="020B0604020202020204" pitchFamily="34" charset="0"/>
                        </a:rPr>
                        <a:t>11.14</a:t>
                      </a:r>
                    </a:p>
                  </a:txBody>
                  <a:tcPr anchor="ctr"/>
                </a:tc>
                <a:tc>
                  <a:txBody>
                    <a:bodyPr/>
                    <a:lstStyle/>
                    <a:p>
                      <a:pPr algn="ctr">
                        <a:buNone/>
                      </a:pPr>
                      <a:r>
                        <a:rPr lang="tr-TR" sz="3000" b="0" dirty="0">
                          <a:latin typeface="Helvetica" panose="020B0604020202020204" pitchFamily="34" charset="0"/>
                          <a:cs typeface="Helvetica" panose="020B0604020202020204" pitchFamily="34" charset="0"/>
                        </a:rPr>
                        <a:t>~50% </a:t>
                      </a:r>
                      <a:r>
                        <a:rPr lang="tr-TR" sz="3000" b="0" dirty="0" err="1">
                          <a:latin typeface="Helvetica" panose="020B0604020202020204" pitchFamily="34" charset="0"/>
                          <a:cs typeface="Helvetica" panose="020B0604020202020204" pitchFamily="34" charset="0"/>
                        </a:rPr>
                        <a:t>track</a:t>
                      </a:r>
                      <a:endParaRPr lang="tr-TR" sz="3000" b="0" dirty="0">
                        <a:latin typeface="Helvetica" panose="020B0604020202020204" pitchFamily="34" charset="0"/>
                        <a:cs typeface="Helvetica" panose="020B0604020202020204" pitchFamily="34" charset="0"/>
                      </a:endParaRPr>
                    </a:p>
                  </a:txBody>
                  <a:tcPr anchor="ctr"/>
                </a:tc>
                <a:extLst>
                  <a:ext uri="{0D108BD9-81ED-4DB2-BD59-A6C34878D82A}">
                    <a16:rowId xmlns:a16="http://schemas.microsoft.com/office/drawing/2014/main" val="48243035"/>
                  </a:ext>
                </a:extLst>
              </a:tr>
              <a:tr h="597831">
                <a:tc>
                  <a:txBody>
                    <a:bodyPr/>
                    <a:lstStyle/>
                    <a:p>
                      <a:pPr algn="ctr">
                        <a:buNone/>
                      </a:pPr>
                      <a:r>
                        <a:rPr lang="tr-TR" sz="3000" b="0">
                          <a:latin typeface="Helvetica" panose="020B0604020202020204" pitchFamily="34" charset="0"/>
                          <a:cs typeface="Helvetica" panose="020B0604020202020204" pitchFamily="34" charset="0"/>
                        </a:rPr>
                        <a:t>Standalone SAC</a:t>
                      </a:r>
                    </a:p>
                  </a:txBody>
                  <a:tcPr anchor="ctr"/>
                </a:tc>
                <a:tc>
                  <a:txBody>
                    <a:bodyPr/>
                    <a:lstStyle/>
                    <a:p>
                      <a:pPr algn="ctr">
                        <a:buNone/>
                      </a:pPr>
                      <a:r>
                        <a:rPr lang="tr-TR" sz="3000" b="0" dirty="0">
                          <a:latin typeface="Helvetica" panose="020B0604020202020204" pitchFamily="34" charset="0"/>
                          <a:cs typeface="Helvetica" panose="020B0604020202020204" pitchFamily="34" charset="0"/>
                        </a:rPr>
                        <a:t>7.83</a:t>
                      </a:r>
                    </a:p>
                  </a:txBody>
                  <a:tcPr anchor="ctr"/>
                </a:tc>
                <a:tc>
                  <a:txBody>
                    <a:bodyPr/>
                    <a:lstStyle/>
                    <a:p>
                      <a:pPr algn="ctr">
                        <a:buNone/>
                      </a:pPr>
                      <a:r>
                        <a:rPr lang="tr-TR" sz="3000" b="0" dirty="0" err="1">
                          <a:latin typeface="Helvetica" panose="020B0604020202020204" pitchFamily="34" charset="0"/>
                          <a:cs typeface="Helvetica" panose="020B0604020202020204" pitchFamily="34" charset="0"/>
                        </a:rPr>
                        <a:t>Rarely</a:t>
                      </a:r>
                      <a:r>
                        <a:rPr lang="tr-TR" sz="3000" b="0" dirty="0">
                          <a:latin typeface="Helvetica" panose="020B0604020202020204" pitchFamily="34" charset="0"/>
                          <a:cs typeface="Helvetica" panose="020B0604020202020204" pitchFamily="34" charset="0"/>
                        </a:rPr>
                        <a:t> </a:t>
                      </a:r>
                      <a:r>
                        <a:rPr lang="tr-TR" sz="3000" b="0" dirty="0" err="1">
                          <a:latin typeface="Helvetica" panose="020B0604020202020204" pitchFamily="34" charset="0"/>
                          <a:cs typeface="Helvetica" panose="020B0604020202020204" pitchFamily="34" charset="0"/>
                        </a:rPr>
                        <a:t>past</a:t>
                      </a:r>
                      <a:r>
                        <a:rPr lang="tr-TR" sz="3000" b="0" dirty="0">
                          <a:latin typeface="Helvetica" panose="020B0604020202020204" pitchFamily="34" charset="0"/>
                          <a:cs typeface="Helvetica" panose="020B0604020202020204" pitchFamily="34" charset="0"/>
                        </a:rPr>
                        <a:t> </a:t>
                      </a:r>
                      <a:r>
                        <a:rPr lang="tr-TR" sz="3000" b="0" dirty="0" err="1">
                          <a:latin typeface="Helvetica" panose="020B0604020202020204" pitchFamily="34" charset="0"/>
                          <a:cs typeface="Helvetica" panose="020B0604020202020204" pitchFamily="34" charset="0"/>
                        </a:rPr>
                        <a:t>Waypoint</a:t>
                      </a:r>
                      <a:r>
                        <a:rPr lang="tr-TR" sz="3000" b="0" dirty="0">
                          <a:latin typeface="Helvetica" panose="020B0604020202020204" pitchFamily="34" charset="0"/>
                          <a:cs typeface="Helvetica" panose="020B0604020202020204" pitchFamily="34" charset="0"/>
                        </a:rPr>
                        <a:t> 3</a:t>
                      </a:r>
                    </a:p>
                  </a:txBody>
                  <a:tcPr anchor="ctr"/>
                </a:tc>
                <a:extLst>
                  <a:ext uri="{0D108BD9-81ED-4DB2-BD59-A6C34878D82A}">
                    <a16:rowId xmlns:a16="http://schemas.microsoft.com/office/drawing/2014/main" val="721289217"/>
                  </a:ext>
                </a:extLst>
              </a:tr>
            </a:tbl>
          </a:graphicData>
        </a:graphic>
      </p:graphicFrame>
      <p:pic>
        <p:nvPicPr>
          <p:cNvPr id="3" name="Resim 2">
            <a:extLst>
              <a:ext uri="{FF2B5EF4-FFF2-40B4-BE49-F238E27FC236}">
                <a16:creationId xmlns:a16="http://schemas.microsoft.com/office/drawing/2014/main" id="{6378C16A-5691-AB4D-7763-46299B0AD78D}"/>
              </a:ext>
            </a:extLst>
          </p:cNvPr>
          <p:cNvPicPr>
            <a:picLocks noChangeAspect="1"/>
          </p:cNvPicPr>
          <p:nvPr/>
        </p:nvPicPr>
        <p:blipFill>
          <a:blip r:embed="rId5">
            <a:extLst>
              <a:ext uri="{28A0092B-C50C-407E-A947-70E740481C1C}">
                <a14:useLocalDpi xmlns:a14="http://schemas.microsoft.com/office/drawing/2010/main" val="0"/>
              </a:ext>
            </a:extLst>
          </a:blip>
          <a:stretch>
            <a:fillRect/>
          </a:stretch>
        </p:blipFill>
        <p:spPr>
          <a:xfrm>
            <a:off x="16881903" y="33252168"/>
            <a:ext cx="13808201" cy="6780677"/>
          </a:xfrm>
          <a:prstGeom prst="rect">
            <a:avLst/>
          </a:prstGeom>
        </p:spPr>
      </p:pic>
      <p:pic>
        <p:nvPicPr>
          <p:cNvPr id="9" name="Resim 8">
            <a:extLst>
              <a:ext uri="{FF2B5EF4-FFF2-40B4-BE49-F238E27FC236}">
                <a16:creationId xmlns:a16="http://schemas.microsoft.com/office/drawing/2014/main" id="{4C806BD6-2488-C07E-E28C-B2806942B549}"/>
              </a:ext>
            </a:extLst>
          </p:cNvPr>
          <p:cNvPicPr>
            <a:picLocks noChangeAspect="1"/>
          </p:cNvPicPr>
          <p:nvPr/>
        </p:nvPicPr>
        <p:blipFill>
          <a:blip r:embed="rId6">
            <a:extLst>
              <a:ext uri="{28A0092B-C50C-407E-A947-70E740481C1C}">
                <a14:useLocalDpi xmlns:a14="http://schemas.microsoft.com/office/drawing/2010/main" val="0"/>
              </a:ext>
            </a:extLst>
          </a:blip>
          <a:stretch>
            <a:fillRect/>
          </a:stretch>
        </p:blipFill>
        <p:spPr>
          <a:xfrm>
            <a:off x="2228296" y="38266168"/>
            <a:ext cx="14163878" cy="4641506"/>
          </a:xfrm>
          <a:prstGeom prst="rect">
            <a:avLst/>
          </a:prstGeom>
        </p:spPr>
      </p:pic>
      <p:pic>
        <p:nvPicPr>
          <p:cNvPr id="12" name="Resim 11">
            <a:extLst>
              <a:ext uri="{FF2B5EF4-FFF2-40B4-BE49-F238E27FC236}">
                <a16:creationId xmlns:a16="http://schemas.microsoft.com/office/drawing/2014/main" id="{D5B3C32A-F091-EA46-4DC1-8E8B6A9F4D31}"/>
              </a:ext>
            </a:extLst>
          </p:cNvPr>
          <p:cNvPicPr>
            <a:picLocks noChangeAspect="1"/>
          </p:cNvPicPr>
          <p:nvPr/>
        </p:nvPicPr>
        <p:blipFill>
          <a:blip r:embed="rId7">
            <a:extLst>
              <a:ext uri="{28A0092B-C50C-407E-A947-70E740481C1C}">
                <a14:useLocalDpi xmlns:a14="http://schemas.microsoft.com/office/drawing/2010/main" val="0"/>
              </a:ext>
            </a:extLst>
          </a:blip>
          <a:stretch>
            <a:fillRect/>
          </a:stretch>
        </p:blipFill>
        <p:spPr>
          <a:xfrm>
            <a:off x="2228296" y="33252168"/>
            <a:ext cx="14163878" cy="4641506"/>
          </a:xfrm>
          <a:prstGeom prst="rect">
            <a:avLst/>
          </a:prstGeom>
        </p:spPr>
      </p:pic>
    </p:spTree>
  </p:cSld>
  <p:clrMapOvr>
    <a:masterClrMapping/>
  </p:clrMapOvr>
  <p:transition/>
</p:sld>
</file>

<file path=ppt/tags/tag1.xml><?xml version="1.0" encoding="utf-8"?>
<p:tagLst xmlns:a="http://schemas.openxmlformats.org/drawingml/2006/main" xmlns:r="http://schemas.openxmlformats.org/officeDocument/2006/relationships" xmlns:p="http://schemas.openxmlformats.org/presentationml/2006/main">
  <p:tag name="AS_NET" val="4.0.30319.42000"/>
  <p:tag name="AS_OS" val="Microsoft Windows NT 6.2.9200.0"/>
  <p:tag name="AS_RELEASE_DATE" val="2022.04.14"/>
  <p:tag name="AS_TITLE" val="Aspose.Slides for .NET 4.0 Client Profile"/>
  <p:tag name="AS_VERSION" val="22.4"/>
  <p:tag name="POSTERNERDTEMPLATE" val="debatingdenim|08-2022"/>
</p:tagLst>
</file>

<file path=ppt/theme/theme1.xml><?xml version="1.0" encoding="utf-8"?>
<a:theme xmlns:a="http://schemas.openxmlformats.org/drawingml/2006/main" name="Default Design">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Default Design">
      <a:majorFont>
        <a:latin typeface="Arial"/>
        <a:ea typeface="Arial"/>
        <a:cs typeface="Arial"/>
      </a:majorFont>
      <a:minorFont>
        <a:latin typeface="Arial"/>
        <a:ea typeface="Arial"/>
        <a:cs typeface="Arial"/>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bwMode="auto">
        <a:xfrm>
          <a:off x="0" y="0"/>
          <a:ext cx="1" cy="1"/>
        </a:xfrm>
        <a:custGeom>
          <a:avLst/>
          <a:gdLst/>
          <a:ahLst/>
          <a:cxnLst/>
          <a:rect l="0" t="0" r="0" b="0"/>
          <a:pathLst/>
        </a:custGeom>
        <a:solidFill>
          <a:schemeClr val="accent1"/>
        </a:solidFill>
        <a:ln w="9525" cap="flat" cmpd="sng" algn="ctr">
          <a:solidFill>
            <a:schemeClr val="tx1"/>
          </a:solidFill>
          <a:prstDash val="solid"/>
          <a:round/>
          <a:headEnd type="none" w="med" len="med"/>
          <a:tailEnd type="none" w="med" len="med"/>
        </a:ln>
        <a:effectLst/>
        <a:extLst>
          <a:ext uri="{AF507438-7753-43E0-B8FC-AC1667EBCBE1}">
            <a14:hiddenEffects xmlns:a14="http://schemas.microsoft.com/office/drawing/2010/main">
              <a:effectLst>
                <a:outerShdw dist="35921" dir="2700000" algn="ctr" rotWithShape="0">
                  <a:schemeClr val="bg2"/>
                </a:outerShdw>
              </a:effectLst>
            </a14:hiddenEffects>
          </a:ext>
        </a:extLst>
      </a:spPr>
      <a:bodyPr vert="horz" wrap="square" lIns="91440" tIns="45720" rIns="91440" bIns="45720" numCol="1" anchor="t" anchorCtr="0" compatLnSpc="1">
        <a:prstTxWarp prst="textNoShape">
          <a:avLst/>
        </a:prstTxWarp>
      </a:bodyPr>
      <a:lstStyle>
        <a:defPPr marL="0" marR="0" indent="0" algn="l" defTabSz="4703763" rtl="0" eaLnBrk="1" fontAlgn="base" latinLnBrk="0" hangingPunct="1">
          <a:lnSpc>
            <a:spcPct val="100000"/>
          </a:lnSpc>
          <a:spcBef>
            <a:spcPct val="0"/>
          </a:spcBef>
          <a:spcAft>
            <a:spcPct val="0"/>
          </a:spcAft>
          <a:buClrTx/>
          <a:buSzTx/>
          <a:buFontTx/>
          <a:buNone/>
          <a:tabLst/>
          <a:defRPr kumimoji="0" lang="en-US" sz="4500" b="0" i="0" u="none" strike="noStrike" cap="none" normalizeH="0" baseline="0" smtClean="0">
            <a:ln>
              <a:noFill/>
            </a:ln>
            <a:solidFill>
              <a:schemeClr val="tx1"/>
            </a:solidFill>
            <a:effectLst/>
            <a:latin typeface="Arial" pitchFamily="34" charset="0"/>
          </a:defRPr>
        </a:defPPr>
      </a:lstStyle>
    </a:spDef>
    <a:lnDef>
      <a:spPr bwMode="auto">
        <a:xfrm>
          <a:off x="0" y="0"/>
          <a:ext cx="1" cy="1"/>
        </a:xfrm>
        <a:custGeom>
          <a:avLst/>
          <a:gdLst/>
          <a:ahLst/>
          <a:cxnLst/>
          <a:rect l="0" t="0" r="0" b="0"/>
          <a:pathLst/>
        </a:custGeom>
        <a:solidFill>
          <a:schemeClr val="accent1"/>
        </a:solidFill>
        <a:ln w="9525" cap="flat" cmpd="sng" algn="ctr">
          <a:solidFill>
            <a:schemeClr val="tx1"/>
          </a:solidFill>
          <a:prstDash val="solid"/>
          <a:round/>
          <a:headEnd type="none" w="med" len="med"/>
          <a:tailEnd type="none" w="med" len="med"/>
        </a:ln>
        <a:effectLst/>
        <a:extLst>
          <a:ext uri="{AF507438-7753-43E0-B8FC-AC1667EBCBE1}">
            <a14:hiddenEffects xmlns:a14="http://schemas.microsoft.com/office/drawing/2010/main">
              <a:effectLst>
                <a:outerShdw dist="35921" dir="2700000" algn="ctr" rotWithShape="0">
                  <a:schemeClr val="bg2"/>
                </a:outerShdw>
              </a:effectLst>
            </a14:hiddenEffects>
          </a:ext>
        </a:extLst>
      </a:spPr>
      <a:bodyPr vert="horz" wrap="square" lIns="91440" tIns="45720" rIns="91440" bIns="45720" numCol="1" anchor="t" anchorCtr="0" compatLnSpc="1">
        <a:prstTxWarp prst="textNoShape">
          <a:avLst/>
        </a:prstTxWarp>
      </a:bodyPr>
      <a:lstStyle>
        <a:defPPr marL="0" marR="0" indent="0" algn="l" defTabSz="4703763" rtl="0" eaLnBrk="1" fontAlgn="base" latinLnBrk="0" hangingPunct="1">
          <a:lnSpc>
            <a:spcPct val="100000"/>
          </a:lnSpc>
          <a:spcBef>
            <a:spcPct val="0"/>
          </a:spcBef>
          <a:spcAft>
            <a:spcPct val="0"/>
          </a:spcAft>
          <a:buClrTx/>
          <a:buSzTx/>
          <a:buFontTx/>
          <a:buNone/>
          <a:tabLst/>
          <a:defRPr kumimoji="0" lang="en-US" sz="4500" b="0" i="0" u="none" strike="noStrike" cap="none" normalizeH="0" baseline="0" smtClean="0">
            <a:ln>
              <a:noFill/>
            </a:ln>
            <a:solidFill>
              <a:schemeClr val="tx1"/>
            </a:solidFill>
            <a:effectLst/>
            <a:latin typeface="Arial" pitchFamily="34" charset="0"/>
          </a:defRPr>
        </a:defPPr>
      </a:lstStyle>
    </a:lnDef>
  </a:objectDefaults>
  <a:extraClrSchemeLst>
    <a:extraClrScheme>
      <a:clrScheme name="Default Design 1">
        <a:dk1>
          <a:srgbClr val="000000"/>
        </a:dk1>
        <a:lt1>
          <a:srgbClr val="FFFFFF"/>
        </a:lt1>
        <a:dk2>
          <a:srgbClr val="000000"/>
        </a:dk2>
        <a:lt2>
          <a:srgbClr val="808080"/>
        </a:lt2>
        <a:accent1>
          <a:srgbClr val="BBE0E3"/>
        </a:accent1>
        <a:accent2>
          <a:srgbClr val="333399"/>
        </a:accent2>
        <a:accent3>
          <a:srgbClr val="FFFFFF"/>
        </a:accent3>
        <a:accent4>
          <a:srgbClr val="000000"/>
        </a:accent4>
        <a:accent5>
          <a:srgbClr val="DAEDEF"/>
        </a:accent5>
        <a:accent6>
          <a:srgbClr val="2D2D8A"/>
        </a:accent6>
        <a:hlink>
          <a:srgbClr val="009999"/>
        </a:hlink>
        <a:folHlink>
          <a:srgbClr val="99CC00"/>
        </a:folHlink>
      </a:clrScheme>
      <a:clrMap bg1="lt1" tx1="dk1" bg2="lt2" tx2="dk2" accent1="accent1" accent2="accent2" accent3="accent3" accent4="accent4" accent5="accent5" accent6="accent6" hlink="hlink" folHlink="folHlink"/>
    </a:extraClrScheme>
    <a:extraClrScheme>
      <a:clrScheme name="Default Design 2">
        <a:dk1>
          <a:srgbClr val="000000"/>
        </a:dk1>
        <a:lt1>
          <a:srgbClr val="FFFFFF"/>
        </a:lt1>
        <a:dk2>
          <a:srgbClr val="000000"/>
        </a:dk2>
        <a:lt2>
          <a:srgbClr val="969696"/>
        </a:lt2>
        <a:accent1>
          <a:srgbClr val="FBDF53"/>
        </a:accent1>
        <a:accent2>
          <a:srgbClr val="FF9966"/>
        </a:accent2>
        <a:accent3>
          <a:srgbClr val="FFFFFF"/>
        </a:accent3>
        <a:accent4>
          <a:srgbClr val="000000"/>
        </a:accent4>
        <a:accent5>
          <a:srgbClr val="FDECB3"/>
        </a:accent5>
        <a:accent6>
          <a:srgbClr val="E78A5C"/>
        </a:accent6>
        <a:hlink>
          <a:srgbClr val="CC3300"/>
        </a:hlink>
        <a:folHlink>
          <a:srgbClr val="996600"/>
        </a:folHlink>
      </a:clrScheme>
      <a:clrMap bg1="lt1" tx1="dk1" bg2="lt2" tx2="dk2" accent1="accent1" accent2="accent2" accent3="accent3" accent4="accent4" accent5="accent5" accent6="accent6" hlink="hlink" folHlink="folHlink"/>
    </a:extraClrScheme>
    <a:extraClrScheme>
      <a:clrScheme name="Default Design 3">
        <a:dk1>
          <a:srgbClr val="000000"/>
        </a:dk1>
        <a:lt1>
          <a:srgbClr val="FFFFFF"/>
        </a:lt1>
        <a:dk2>
          <a:srgbClr val="000000"/>
        </a:dk2>
        <a:lt2>
          <a:srgbClr val="808080"/>
        </a:lt2>
        <a:accent1>
          <a:srgbClr val="99CCFF"/>
        </a:accent1>
        <a:accent2>
          <a:srgbClr val="CCCCFF"/>
        </a:accent2>
        <a:accent3>
          <a:srgbClr val="FFFFFF"/>
        </a:accent3>
        <a:accent4>
          <a:srgbClr val="000000"/>
        </a:accent4>
        <a:accent5>
          <a:srgbClr val="CAE2FF"/>
        </a:accent5>
        <a:accent6>
          <a:srgbClr val="B9B9E7"/>
        </a:accent6>
        <a:hlink>
          <a:srgbClr val="3333CC"/>
        </a:hlink>
        <a:folHlink>
          <a:srgbClr val="AF67FF"/>
        </a:folHlink>
      </a:clrScheme>
      <a:clrMap bg1="lt1" tx1="dk1" bg2="lt2" tx2="dk2" accent1="accent1" accent2="accent2" accent3="accent3" accent4="accent4" accent5="accent5" accent6="accent6" hlink="hlink" folHlink="folHlink"/>
    </a:extraClrScheme>
    <a:extraClrScheme>
      <a:clrScheme name="Default Design 4">
        <a:dk1>
          <a:srgbClr val="000000"/>
        </a:dk1>
        <a:lt1>
          <a:srgbClr val="DEF6F1"/>
        </a:lt1>
        <a:dk2>
          <a:srgbClr val="000000"/>
        </a:dk2>
        <a:lt2>
          <a:srgbClr val="969696"/>
        </a:lt2>
        <a:accent1>
          <a:srgbClr val="FFFFFF"/>
        </a:accent1>
        <a:accent2>
          <a:srgbClr val="8DC6FF"/>
        </a:accent2>
        <a:accent3>
          <a:srgbClr val="ECFAF7"/>
        </a:accent3>
        <a:accent4>
          <a:srgbClr val="000000"/>
        </a:accent4>
        <a:accent5>
          <a:srgbClr val="FFFFFF"/>
        </a:accent5>
        <a:accent6>
          <a:srgbClr val="7FB3E7"/>
        </a:accent6>
        <a:hlink>
          <a:srgbClr val="0066CC"/>
        </a:hlink>
        <a:folHlink>
          <a:srgbClr val="00A800"/>
        </a:folHlink>
      </a:clrScheme>
      <a:clrMap bg1="lt1" tx1="dk1" bg2="lt2" tx2="dk2" accent1="accent1" accent2="accent2" accent3="accent3" accent4="accent4" accent5="accent5" accent6="accent6" hlink="hlink" folHlink="folHlink"/>
    </a:extraClrScheme>
    <a:extraClrScheme>
      <a:clrScheme name="Default Design 5">
        <a:dk1>
          <a:srgbClr val="000000"/>
        </a:dk1>
        <a:lt1>
          <a:srgbClr val="FFFFD9"/>
        </a:lt1>
        <a:dk2>
          <a:srgbClr val="000000"/>
        </a:dk2>
        <a:lt2>
          <a:srgbClr val="777777"/>
        </a:lt2>
        <a:accent1>
          <a:srgbClr val="FFFFF7"/>
        </a:accent1>
        <a:accent2>
          <a:srgbClr val="33CCCC"/>
        </a:accent2>
        <a:accent3>
          <a:srgbClr val="FFFFE9"/>
        </a:accent3>
        <a:accent4>
          <a:srgbClr val="000000"/>
        </a:accent4>
        <a:accent5>
          <a:srgbClr val="FFFFFA"/>
        </a:accent5>
        <a:accent6>
          <a:srgbClr val="2DB9B9"/>
        </a:accent6>
        <a:hlink>
          <a:srgbClr val="FF5050"/>
        </a:hlink>
        <a:folHlink>
          <a:srgbClr val="FF9900"/>
        </a:folHlink>
      </a:clrScheme>
      <a:clrMap bg1="lt1" tx1="dk1" bg2="lt2" tx2="dk2" accent1="accent1" accent2="accent2" accent3="accent3" accent4="accent4" accent5="accent5" accent6="accent6" hlink="hlink" folHlink="folHlink"/>
    </a:extraClrScheme>
    <a:extraClrScheme>
      <a:clrScheme name="Default Design 6">
        <a:dk1>
          <a:srgbClr val="005A58"/>
        </a:dk1>
        <a:lt1>
          <a:srgbClr val="FFFFFF"/>
        </a:lt1>
        <a:dk2>
          <a:srgbClr val="008080"/>
        </a:dk2>
        <a:lt2>
          <a:srgbClr val="FFFF99"/>
        </a:lt2>
        <a:accent1>
          <a:srgbClr val="006462"/>
        </a:accent1>
        <a:accent2>
          <a:srgbClr val="6D6FC7"/>
        </a:accent2>
        <a:accent3>
          <a:srgbClr val="AAC0C0"/>
        </a:accent3>
        <a:accent4>
          <a:srgbClr val="DADADA"/>
        </a:accent4>
        <a:accent5>
          <a:srgbClr val="AAB8B7"/>
        </a:accent5>
        <a:accent6>
          <a:srgbClr val="6264B4"/>
        </a:accent6>
        <a:hlink>
          <a:srgbClr val="00FFFF"/>
        </a:hlink>
        <a:folHlink>
          <a:srgbClr val="00FF00"/>
        </a:folHlink>
      </a:clrScheme>
      <a:clrMap bg1="dk2" tx1="lt1" bg2="dk1" tx2="lt2" accent1="accent1" accent2="accent2" accent3="accent3" accent4="accent4" accent5="accent5" accent6="accent6" hlink="hlink" folHlink="folHlink"/>
    </a:extraClrScheme>
    <a:extraClrScheme>
      <a:clrScheme name="Default Design 7">
        <a:dk1>
          <a:srgbClr val="5C1F00"/>
        </a:dk1>
        <a:lt1>
          <a:srgbClr val="FFFFFF"/>
        </a:lt1>
        <a:dk2>
          <a:srgbClr val="800000"/>
        </a:dk2>
        <a:lt2>
          <a:srgbClr val="DFD293"/>
        </a:lt2>
        <a:accent1>
          <a:srgbClr val="CC3300"/>
        </a:accent1>
        <a:accent2>
          <a:srgbClr val="BE7960"/>
        </a:accent2>
        <a:accent3>
          <a:srgbClr val="C0AAAA"/>
        </a:accent3>
        <a:accent4>
          <a:srgbClr val="DADADA"/>
        </a:accent4>
        <a:accent5>
          <a:srgbClr val="E2ADAA"/>
        </a:accent5>
        <a:accent6>
          <a:srgbClr val="AC6D56"/>
        </a:accent6>
        <a:hlink>
          <a:srgbClr val="FFFF99"/>
        </a:hlink>
        <a:folHlink>
          <a:srgbClr val="D3A219"/>
        </a:folHlink>
      </a:clrScheme>
      <a:clrMap bg1="dk2" tx1="lt1" bg2="dk1" tx2="lt2" accent1="accent1" accent2="accent2" accent3="accent3" accent4="accent4" accent5="accent5" accent6="accent6" hlink="hlink" folHlink="folHlink"/>
    </a:extraClrScheme>
    <a:extraClrScheme>
      <a:clrScheme name="Default Design 8">
        <a:dk1>
          <a:srgbClr val="003366"/>
        </a:dk1>
        <a:lt1>
          <a:srgbClr val="FFFFFF"/>
        </a:lt1>
        <a:dk2>
          <a:srgbClr val="000099"/>
        </a:dk2>
        <a:lt2>
          <a:srgbClr val="CCFFFF"/>
        </a:lt2>
        <a:accent1>
          <a:srgbClr val="3366CC"/>
        </a:accent1>
        <a:accent2>
          <a:srgbClr val="00B000"/>
        </a:accent2>
        <a:accent3>
          <a:srgbClr val="AAAACA"/>
        </a:accent3>
        <a:accent4>
          <a:srgbClr val="DADADA"/>
        </a:accent4>
        <a:accent5>
          <a:srgbClr val="ADB8E2"/>
        </a:accent5>
        <a:accent6>
          <a:srgbClr val="009F00"/>
        </a:accent6>
        <a:hlink>
          <a:srgbClr val="66CCFF"/>
        </a:hlink>
        <a:folHlink>
          <a:srgbClr val="FFE701"/>
        </a:folHlink>
      </a:clrScheme>
      <a:clrMap bg1="dk2" tx1="lt1" bg2="dk1" tx2="lt2" accent1="accent1" accent2="accent2" accent3="accent3" accent4="accent4" accent5="accent5" accent6="accent6" hlink="hlink" folHlink="folHlink"/>
    </a:extraClrScheme>
    <a:extraClrScheme>
      <a:clrScheme name="Default Design 9">
        <a:dk1>
          <a:srgbClr val="336699"/>
        </a:dk1>
        <a:lt1>
          <a:srgbClr val="FFFFFF"/>
        </a:lt1>
        <a:dk2>
          <a:srgbClr val="000000"/>
        </a:dk2>
        <a:lt2>
          <a:srgbClr val="E3EBF1"/>
        </a:lt2>
        <a:accent1>
          <a:srgbClr val="003399"/>
        </a:accent1>
        <a:accent2>
          <a:srgbClr val="468A4B"/>
        </a:accent2>
        <a:accent3>
          <a:srgbClr val="AAAAAA"/>
        </a:accent3>
        <a:accent4>
          <a:srgbClr val="DADADA"/>
        </a:accent4>
        <a:accent5>
          <a:srgbClr val="AAADCA"/>
        </a:accent5>
        <a:accent6>
          <a:srgbClr val="3F7D43"/>
        </a:accent6>
        <a:hlink>
          <a:srgbClr val="66CCFF"/>
        </a:hlink>
        <a:folHlink>
          <a:srgbClr val="F0E500"/>
        </a:folHlink>
      </a:clrScheme>
      <a:clrMap bg1="dk2" tx1="lt1" bg2="dk1" tx2="lt2" accent1="accent1" accent2="accent2" accent3="accent3" accent4="accent4" accent5="accent5" accent6="accent6" hlink="hlink" folHlink="folHlink"/>
    </a:extraClrScheme>
    <a:extraClrScheme>
      <a:clrScheme name="Default Design 10">
        <a:dk1>
          <a:srgbClr val="777777"/>
        </a:dk1>
        <a:lt1>
          <a:srgbClr val="FFFFFF"/>
        </a:lt1>
        <a:dk2>
          <a:srgbClr val="686B5D"/>
        </a:dk2>
        <a:lt2>
          <a:srgbClr val="D1D1CB"/>
        </a:lt2>
        <a:accent1>
          <a:srgbClr val="909082"/>
        </a:accent1>
        <a:accent2>
          <a:srgbClr val="809EA8"/>
        </a:accent2>
        <a:accent3>
          <a:srgbClr val="B9BAB6"/>
        </a:accent3>
        <a:accent4>
          <a:srgbClr val="DADADA"/>
        </a:accent4>
        <a:accent5>
          <a:srgbClr val="C6C6C1"/>
        </a:accent5>
        <a:accent6>
          <a:srgbClr val="738F98"/>
        </a:accent6>
        <a:hlink>
          <a:srgbClr val="FFCC66"/>
        </a:hlink>
        <a:folHlink>
          <a:srgbClr val="E9DCB9"/>
        </a:folHlink>
      </a:clrScheme>
      <a:clrMap bg1="dk2" tx1="lt1" bg2="dk1" tx2="lt2" accent1="accent1" accent2="accent2" accent3="accent3" accent4="accent4" accent5="accent5" accent6="accent6" hlink="hlink" folHlink="folHlink"/>
    </a:extraClrScheme>
    <a:extraClrScheme>
      <a:clrScheme name="Default Design 11">
        <a:dk1>
          <a:srgbClr val="3E3E5C"/>
        </a:dk1>
        <a:lt1>
          <a:srgbClr val="FFFFFF"/>
        </a:lt1>
        <a:dk2>
          <a:srgbClr val="666699"/>
        </a:dk2>
        <a:lt2>
          <a:srgbClr val="FFFFFF"/>
        </a:lt2>
        <a:accent1>
          <a:srgbClr val="60597B"/>
        </a:accent1>
        <a:accent2>
          <a:srgbClr val="6666FF"/>
        </a:accent2>
        <a:accent3>
          <a:srgbClr val="B8B8CA"/>
        </a:accent3>
        <a:accent4>
          <a:srgbClr val="DADADA"/>
        </a:accent4>
        <a:accent5>
          <a:srgbClr val="B6B5BF"/>
        </a:accent5>
        <a:accent6>
          <a:srgbClr val="5C5CE7"/>
        </a:accent6>
        <a:hlink>
          <a:srgbClr val="99CCFF"/>
        </a:hlink>
        <a:folHlink>
          <a:srgbClr val="FFFF99"/>
        </a:folHlink>
      </a:clrScheme>
      <a:clrMap bg1="dk2" tx1="lt1" bg2="dk1" tx2="lt2" accent1="accent1" accent2="accent2" accent3="accent3" accent4="accent4" accent5="accent5" accent6="accent6" hlink="hlink" folHlink="folHlink"/>
    </a:extraClrScheme>
    <a:extraClrScheme>
      <a:clrScheme name="Default Design 12">
        <a:dk1>
          <a:srgbClr val="2D2015"/>
        </a:dk1>
        <a:lt1>
          <a:srgbClr val="FFFFFF"/>
        </a:lt1>
        <a:dk2>
          <a:srgbClr val="523E26"/>
        </a:dk2>
        <a:lt2>
          <a:srgbClr val="DFC08D"/>
        </a:lt2>
        <a:accent1>
          <a:srgbClr val="8C7B70"/>
        </a:accent1>
        <a:accent2>
          <a:srgbClr val="8F5F2F"/>
        </a:accent2>
        <a:accent3>
          <a:srgbClr val="B3AFAC"/>
        </a:accent3>
        <a:accent4>
          <a:srgbClr val="DADADA"/>
        </a:accent4>
        <a:accent5>
          <a:srgbClr val="C5BFBB"/>
        </a:accent5>
        <a:accent6>
          <a:srgbClr val="81552A"/>
        </a:accent6>
        <a:hlink>
          <a:srgbClr val="CCB400"/>
        </a:hlink>
        <a:folHlink>
          <a:srgbClr val="8C9EA0"/>
        </a:folHlink>
      </a:clrScheme>
      <a:clrMap bg1="dk2" tx1="lt1" bg2="dk1" tx2="lt2" accent1="accent1" accent2="accent2" accent3="accent3" accent4="accent4" accent5="accent5" accent6="accent6" hlink="hlink" folHlink="folHlink"/>
    </a:extraClrScheme>
  </a:extraClrScheme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p:properties xmlns:p="http://schemas.microsoft.com/office/2006/metadata/properties" xmlns:xsi="http://www.w3.org/2001/XMLSchema-instance" xmlns:pc="http://schemas.microsoft.com/office/infopath/2007/PartnerControls">
  <documentManagement/>
</p:properties>
</file>

<file path=customXml/item2.xml><?xml version="1.0" encoding="utf-8"?>
<ct:contentTypeSchema xmlns:ct="http://schemas.microsoft.com/office/2006/metadata/contentType" xmlns:ma="http://schemas.microsoft.com/office/2006/metadata/properties/metaAttributes" ct:_="" ma:_="" ma:contentTypeName="Document" ma:contentTypeID="0x010100833A873C9B0B2D4A801363AEF976F14F" ma:contentTypeVersion="3" ma:contentTypeDescription="Create a new document." ma:contentTypeScope="" ma:versionID="bb278b6b0baccdfd7f85773de76e59a0">
  <xsd:schema xmlns:xsd="http://www.w3.org/2001/XMLSchema" xmlns:xs="http://www.w3.org/2001/XMLSchema" xmlns:p="http://schemas.microsoft.com/office/2006/metadata/properties" xmlns:ns2="ed7437f0-abbc-4044-b813-e680b47ec245" targetNamespace="http://schemas.microsoft.com/office/2006/metadata/properties" ma:root="true" ma:fieldsID="d607efccd18e2ef934ab7b430a149001" ns2:_="">
    <xsd:import namespace="ed7437f0-abbc-4044-b813-e680b47ec245"/>
    <xsd:element name="properties">
      <xsd:complexType>
        <xsd:sequence>
          <xsd:element name="documentManagement">
            <xsd:complexType>
              <xsd:all>
                <xsd:element ref="ns2:MediaServiceMetadata" minOccurs="0"/>
                <xsd:element ref="ns2:MediaServiceFastMetadata" minOccurs="0"/>
                <xsd:element ref="ns2:MediaServiceSearchProperties"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ed7437f0-abbc-4044-b813-e680b47ec245" elementFormDefault="qualified">
    <xsd:import namespace="http://schemas.microsoft.com/office/2006/documentManagement/types"/>
    <xsd:import namespace="http://schemas.microsoft.com/office/infopath/2007/PartnerControls"/>
    <xsd:element name="MediaServiceMetadata" ma:index="8" nillable="true" ma:displayName="MediaServiceMetadata" ma:hidden="true" ma:internalName="MediaServiceMetadata" ma:readOnly="true">
      <xsd:simpleType>
        <xsd:restriction base="dms:Note"/>
      </xsd:simpleType>
    </xsd:element>
    <xsd:element name="MediaServiceFastMetadata" ma:index="9" nillable="true" ma:displayName="MediaServiceFastMetadata" ma:hidden="true" ma:internalName="MediaServiceFastMetadata" ma:readOnly="true">
      <xsd:simpleType>
        <xsd:restriction base="dms:Note"/>
      </xsd:simpleType>
    </xsd:element>
    <xsd:element name="MediaServiceSearchProperties" ma:index="10" nillable="true" ma:displayName="MediaServiceSearchProperties" ma:hidden="true" ma:internalName="MediaServiceSearchProperties" ma:readOnly="true">
      <xsd:simpleType>
        <xsd:restriction base="dms:Note"/>
      </xsd:simple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Content Type"/>
        <xsd:element ref="dc:title" minOccurs="0" maxOccurs="1" ma:index="4"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3.xml><?xml version="1.0" encoding="utf-8"?>
<?mso-contentType ?>
<FormTemplates xmlns="http://schemas.microsoft.com/sharepoint/v3/contenttype/forms">
  <Display>DocumentLibraryForm</Display>
  <Edit>DocumentLibraryForm</Edit>
  <New>DocumentLibraryForm</New>
</FormTemplates>
</file>

<file path=customXml/itemProps1.xml><?xml version="1.0" encoding="utf-8"?>
<ds:datastoreItem xmlns:ds="http://schemas.openxmlformats.org/officeDocument/2006/customXml" ds:itemID="{C7F6F2A8-C940-479F-8FD9-363DB9FE7CD3}">
  <ds:schemaRefs>
    <ds:schemaRef ds:uri="http://schemas.microsoft.com/office/2006/metadata/properties"/>
    <ds:schemaRef ds:uri="http://schemas.microsoft.com/office/infopath/2007/PartnerControls"/>
  </ds:schemaRefs>
</ds:datastoreItem>
</file>

<file path=customXml/itemProps2.xml><?xml version="1.0" encoding="utf-8"?>
<ds:datastoreItem xmlns:ds="http://schemas.openxmlformats.org/officeDocument/2006/customXml" ds:itemID="{603BA90B-2DBC-4644-8016-68B7EF8740AC}">
  <ds:schemaRefs>
    <ds:schemaRef ds:uri="http://schemas.microsoft.com/office/2006/metadata/contentType"/>
    <ds:schemaRef ds:uri="http://schemas.microsoft.com/office/2006/metadata/properties/metaAttributes"/>
    <ds:schemaRef ds:uri="http://www.w3.org/2001/XMLSchema"/>
    <ds:schemaRef ds:uri="http://schemas.microsoft.com/office/2006/metadata/properties"/>
    <ds:schemaRef ds:uri="ed7437f0-abbc-4044-b813-e680b47ec245"/>
    <ds:schemaRef ds:uri="http://schemas.microsoft.com/office/2006/documentManagement/types"/>
    <ds:schemaRef ds:uri="http://schemas.microsoft.com/office/infopath/2007/PartnerControls"/>
    <ds:schemaRef ds:uri="http://schemas.openxmlformats.org/package/2006/metadata/core-properties"/>
    <ds:schemaRef ds:uri="http://purl.org/dc/elements/1.1/"/>
    <ds:schemaRef ds:uri="http://purl.org/dc/terms/"/>
    <ds:schemaRef ds:uri="http://schemas.microsoft.com/internal/obd"/>
  </ds:schemaRefs>
</ds:datastoreItem>
</file>

<file path=customXml/itemProps3.xml><?xml version="1.0" encoding="utf-8"?>
<ds:datastoreItem xmlns:ds="http://schemas.openxmlformats.org/officeDocument/2006/customXml" ds:itemID="{E243B08C-FD8A-410D-AF1E-C6AB8E5E293D}">
  <ds:schemaRefs>
    <ds:schemaRef ds:uri="http://schemas.microsoft.com/sharepoint/v3/contenttype/forms"/>
  </ds:schemaRefs>
</ds:datastoreItem>
</file>

<file path=docProps/app.xml><?xml version="1.0" encoding="utf-8"?>
<Properties xmlns="http://schemas.openxmlformats.org/officeDocument/2006/extended-properties" xmlns:vt="http://schemas.openxmlformats.org/officeDocument/2006/docPropsVTypes">
  <TotalTime>1954</TotalTime>
  <Words>407</Words>
  <Application>Microsoft Office PowerPoint</Application>
  <PresentationFormat>Özel</PresentationFormat>
  <Paragraphs>34</Paragraphs>
  <Slides>1</Slides>
  <Notes>0</Notes>
  <HiddenSlides>0</HiddenSlides>
  <MMClips>0</MMClips>
  <ScaleCrop>false</ScaleCrop>
  <HeadingPairs>
    <vt:vector size="6" baseType="variant">
      <vt:variant>
        <vt:lpstr>Kullanılan Yazı Tipleri</vt:lpstr>
      </vt:variant>
      <vt:variant>
        <vt:i4>5</vt:i4>
      </vt:variant>
      <vt:variant>
        <vt:lpstr>Tema</vt:lpstr>
      </vt:variant>
      <vt:variant>
        <vt:i4>1</vt:i4>
      </vt:variant>
      <vt:variant>
        <vt:lpstr>Slayt Başlıkları</vt:lpstr>
      </vt:variant>
      <vt:variant>
        <vt:i4>1</vt:i4>
      </vt:variant>
    </vt:vector>
  </HeadingPairs>
  <TitlesOfParts>
    <vt:vector size="7" baseType="lpstr">
      <vt:lpstr>Helvetica</vt:lpstr>
      <vt:lpstr>Amaranth</vt:lpstr>
      <vt:lpstr>Arial</vt:lpstr>
      <vt:lpstr>Montserrat Light</vt:lpstr>
      <vt:lpstr>Titillium Web</vt:lpstr>
      <vt:lpstr>Default Design</vt:lpstr>
      <vt:lpstr>PowerPoint Sunusu</vt:lpstr>
    </vt:vector>
  </TitlesOfParts>
  <Company>Graphicsland</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Sample research poster</dc:title>
  <dc:subject>Free Poster Presentation Example</dc:subject>
  <dc:creator>Graphicsland/MakeSigns.com</dc:creator>
  <cp:keywords>scientific, research, template, custom, poster, presentation, symposium, printing, PowerPoint, create, design, example, sample, download</cp:keywords>
  <dc:description>We offer free PowerPoint poster templates to help you design your very own scientific poster presentation.</dc:description>
  <cp:lastModifiedBy>MEHMET EFE KAPISIZ</cp:lastModifiedBy>
  <cp:revision>96</cp:revision>
  <dcterms:modified xsi:type="dcterms:W3CDTF">2026-05-31T17:44:24Z</dcterms:modified>
  <cp:category>templates for scientific poster</cp:category>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0x010100833A873C9B0B2D4A801363AEF976F14F</vt:lpwstr>
  </property>
</Properties>
</file>